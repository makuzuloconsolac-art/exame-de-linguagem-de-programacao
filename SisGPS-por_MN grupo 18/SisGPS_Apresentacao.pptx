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60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314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7" name="Group 1556"/>
          <p:cNvGrpSpPr/>
          <p:nvPr/>
        </p:nvGrpSpPr>
        <p:grpSpPr>
          <a:xfrm>
            <a:off x="0" y="315192"/>
            <a:ext cx="9141714" cy="2846623"/>
            <a:chOff x="0" y="420256"/>
            <a:chExt cx="12188952" cy="3795497"/>
          </a:xfrm>
        </p:grpSpPr>
        <p:cxnSp>
          <p:nvCxnSpPr>
            <p:cNvPr id="1558" name="Straight Connector 1557"/>
            <p:cNvCxnSpPr/>
            <p:nvPr/>
          </p:nvCxnSpPr>
          <p:spPr>
            <a:xfrm>
              <a:off x="0" y="4215753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9" name="Straight Connector 1558"/>
            <p:cNvCxnSpPr/>
            <p:nvPr/>
          </p:nvCxnSpPr>
          <p:spPr>
            <a:xfrm>
              <a:off x="0" y="3794032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0" name="Straight Connector 1559"/>
            <p:cNvCxnSpPr/>
            <p:nvPr/>
          </p:nvCxnSpPr>
          <p:spPr>
            <a:xfrm>
              <a:off x="0" y="3372310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1" name="Straight Connector 1560"/>
            <p:cNvCxnSpPr/>
            <p:nvPr/>
          </p:nvCxnSpPr>
          <p:spPr>
            <a:xfrm>
              <a:off x="0" y="2950588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2" name="Straight Connector 1561"/>
            <p:cNvCxnSpPr/>
            <p:nvPr/>
          </p:nvCxnSpPr>
          <p:spPr>
            <a:xfrm>
              <a:off x="0" y="2528866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3" name="Straight Connector 1562"/>
            <p:cNvCxnSpPr/>
            <p:nvPr/>
          </p:nvCxnSpPr>
          <p:spPr>
            <a:xfrm>
              <a:off x="0" y="2107144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4" name="Straight Connector 1563"/>
            <p:cNvCxnSpPr/>
            <p:nvPr/>
          </p:nvCxnSpPr>
          <p:spPr>
            <a:xfrm>
              <a:off x="0" y="1685422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5" name="Straight Connector 1564"/>
            <p:cNvCxnSpPr/>
            <p:nvPr/>
          </p:nvCxnSpPr>
          <p:spPr>
            <a:xfrm>
              <a:off x="0" y="1263700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6" name="Straight Connector 1565"/>
            <p:cNvCxnSpPr/>
            <p:nvPr/>
          </p:nvCxnSpPr>
          <p:spPr>
            <a:xfrm>
              <a:off x="0" y="841978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7" name="Straight Connector 1566"/>
            <p:cNvCxnSpPr/>
            <p:nvPr/>
          </p:nvCxnSpPr>
          <p:spPr>
            <a:xfrm>
              <a:off x="0" y="420256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68" name="Rectangle 379"/>
          <p:cNvSpPr/>
          <p:nvPr/>
        </p:nvSpPr>
        <p:spPr>
          <a:xfrm rot="18900000" flipV="1">
            <a:off x="7084365" y="-724094"/>
            <a:ext cx="10288" cy="4869915"/>
          </a:xfrm>
          <a:custGeom>
            <a:avLst/>
            <a:gdLst/>
            <a:ahLst/>
            <a:cxnLst/>
            <a:rect l="l" t="t" r="r" b="b"/>
            <a:pathLst>
              <a:path w="13717" h="6493220">
                <a:moveTo>
                  <a:pt x="1" y="6493220"/>
                </a:moveTo>
                <a:lnTo>
                  <a:pt x="13717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69" name="Rectangle 56"/>
          <p:cNvSpPr/>
          <p:nvPr/>
        </p:nvSpPr>
        <p:spPr>
          <a:xfrm>
            <a:off x="0" y="0"/>
            <a:ext cx="8862405" cy="3429003"/>
          </a:xfrm>
          <a:custGeom>
            <a:avLst/>
            <a:gdLst/>
            <a:ahLst/>
            <a:cxnLst/>
            <a:rect l="l" t="t" r="r" b="b"/>
            <a:pathLst>
              <a:path w="11816540" h="4572004">
                <a:moveTo>
                  <a:pt x="11802824" y="4"/>
                </a:moveTo>
                <a:lnTo>
                  <a:pt x="11816540" y="4"/>
                </a:lnTo>
                <a:lnTo>
                  <a:pt x="11816540" y="4572004"/>
                </a:lnTo>
                <a:lnTo>
                  <a:pt x="11802824" y="4572004"/>
                </a:lnTo>
                <a:close/>
                <a:moveTo>
                  <a:pt x="5901406" y="4"/>
                </a:moveTo>
                <a:lnTo>
                  <a:pt x="5915122" y="4"/>
                </a:lnTo>
                <a:lnTo>
                  <a:pt x="5915122" y="4572004"/>
                </a:lnTo>
                <a:lnTo>
                  <a:pt x="5901406" y="4572004"/>
                </a:lnTo>
                <a:close/>
                <a:moveTo>
                  <a:pt x="10959754" y="3"/>
                </a:moveTo>
                <a:lnTo>
                  <a:pt x="10973470" y="3"/>
                </a:lnTo>
                <a:lnTo>
                  <a:pt x="10973470" y="4572003"/>
                </a:lnTo>
                <a:lnTo>
                  <a:pt x="10959754" y="4572003"/>
                </a:lnTo>
                <a:close/>
                <a:moveTo>
                  <a:pt x="5058348" y="3"/>
                </a:moveTo>
                <a:lnTo>
                  <a:pt x="5072064" y="3"/>
                </a:lnTo>
                <a:lnTo>
                  <a:pt x="5072064" y="4572003"/>
                </a:lnTo>
                <a:lnTo>
                  <a:pt x="5058348" y="4572003"/>
                </a:lnTo>
                <a:close/>
                <a:moveTo>
                  <a:pt x="11381283" y="2"/>
                </a:moveTo>
                <a:lnTo>
                  <a:pt x="11394999" y="2"/>
                </a:lnTo>
                <a:lnTo>
                  <a:pt x="11394999" y="4572002"/>
                </a:lnTo>
                <a:lnTo>
                  <a:pt x="11381283" y="4572002"/>
                </a:lnTo>
                <a:close/>
                <a:moveTo>
                  <a:pt x="10538225" y="2"/>
                </a:moveTo>
                <a:lnTo>
                  <a:pt x="10551941" y="2"/>
                </a:lnTo>
                <a:lnTo>
                  <a:pt x="10551941" y="4572002"/>
                </a:lnTo>
                <a:lnTo>
                  <a:pt x="10538225" y="4572002"/>
                </a:lnTo>
                <a:close/>
                <a:moveTo>
                  <a:pt x="10116696" y="2"/>
                </a:moveTo>
                <a:lnTo>
                  <a:pt x="10130412" y="2"/>
                </a:lnTo>
                <a:lnTo>
                  <a:pt x="10130412" y="4572002"/>
                </a:lnTo>
                <a:lnTo>
                  <a:pt x="10116696" y="4572002"/>
                </a:lnTo>
                <a:close/>
                <a:moveTo>
                  <a:pt x="6322935" y="2"/>
                </a:moveTo>
                <a:lnTo>
                  <a:pt x="6336651" y="2"/>
                </a:lnTo>
                <a:lnTo>
                  <a:pt x="6336651" y="4572002"/>
                </a:lnTo>
                <a:lnTo>
                  <a:pt x="6322935" y="4572002"/>
                </a:lnTo>
                <a:close/>
                <a:moveTo>
                  <a:pt x="5479877" y="2"/>
                </a:moveTo>
                <a:lnTo>
                  <a:pt x="5493593" y="2"/>
                </a:lnTo>
                <a:lnTo>
                  <a:pt x="5493593" y="4572002"/>
                </a:lnTo>
                <a:lnTo>
                  <a:pt x="5479877" y="4572002"/>
                </a:lnTo>
                <a:close/>
                <a:moveTo>
                  <a:pt x="4636819" y="2"/>
                </a:moveTo>
                <a:lnTo>
                  <a:pt x="4650535" y="2"/>
                </a:lnTo>
                <a:lnTo>
                  <a:pt x="4650535" y="4572002"/>
                </a:lnTo>
                <a:lnTo>
                  <a:pt x="4636819" y="4572002"/>
                </a:lnTo>
                <a:close/>
                <a:moveTo>
                  <a:pt x="4215290" y="2"/>
                </a:moveTo>
                <a:lnTo>
                  <a:pt x="4229006" y="2"/>
                </a:lnTo>
                <a:lnTo>
                  <a:pt x="4229006" y="4572002"/>
                </a:lnTo>
                <a:lnTo>
                  <a:pt x="4215290" y="4572002"/>
                </a:lnTo>
                <a:close/>
                <a:moveTo>
                  <a:pt x="421529" y="2"/>
                </a:moveTo>
                <a:lnTo>
                  <a:pt x="435245" y="2"/>
                </a:lnTo>
                <a:lnTo>
                  <a:pt x="435245" y="4572002"/>
                </a:lnTo>
                <a:lnTo>
                  <a:pt x="421529" y="4572002"/>
                </a:lnTo>
                <a:close/>
                <a:moveTo>
                  <a:pt x="0" y="2"/>
                </a:moveTo>
                <a:lnTo>
                  <a:pt x="13716" y="2"/>
                </a:lnTo>
                <a:lnTo>
                  <a:pt x="13716" y="4572002"/>
                </a:lnTo>
                <a:lnTo>
                  <a:pt x="0" y="4572002"/>
                </a:lnTo>
                <a:close/>
                <a:moveTo>
                  <a:pt x="9273638" y="1"/>
                </a:moveTo>
                <a:lnTo>
                  <a:pt x="9287354" y="1"/>
                </a:lnTo>
                <a:lnTo>
                  <a:pt x="9287354" y="4572001"/>
                </a:lnTo>
                <a:lnTo>
                  <a:pt x="9273638" y="4572001"/>
                </a:lnTo>
                <a:close/>
                <a:moveTo>
                  <a:pt x="3372232" y="1"/>
                </a:moveTo>
                <a:lnTo>
                  <a:pt x="3385948" y="1"/>
                </a:lnTo>
                <a:lnTo>
                  <a:pt x="3385948" y="4572001"/>
                </a:lnTo>
                <a:lnTo>
                  <a:pt x="3372232" y="4572001"/>
                </a:lnTo>
                <a:close/>
                <a:moveTo>
                  <a:pt x="9695167" y="0"/>
                </a:moveTo>
                <a:lnTo>
                  <a:pt x="9708883" y="0"/>
                </a:lnTo>
                <a:lnTo>
                  <a:pt x="9708883" y="4572000"/>
                </a:lnTo>
                <a:lnTo>
                  <a:pt x="9695167" y="4572000"/>
                </a:lnTo>
                <a:close/>
                <a:moveTo>
                  <a:pt x="8852109" y="0"/>
                </a:moveTo>
                <a:lnTo>
                  <a:pt x="8865825" y="0"/>
                </a:lnTo>
                <a:lnTo>
                  <a:pt x="8865825" y="4572000"/>
                </a:lnTo>
                <a:lnTo>
                  <a:pt x="8852109" y="4572000"/>
                </a:lnTo>
                <a:close/>
                <a:moveTo>
                  <a:pt x="8430580" y="0"/>
                </a:moveTo>
                <a:lnTo>
                  <a:pt x="8444296" y="0"/>
                </a:lnTo>
                <a:lnTo>
                  <a:pt x="8444296" y="4572000"/>
                </a:lnTo>
                <a:lnTo>
                  <a:pt x="8430580" y="4572000"/>
                </a:lnTo>
                <a:close/>
                <a:moveTo>
                  <a:pt x="8009051" y="0"/>
                </a:moveTo>
                <a:lnTo>
                  <a:pt x="8022767" y="0"/>
                </a:lnTo>
                <a:lnTo>
                  <a:pt x="8022767" y="4572000"/>
                </a:lnTo>
                <a:lnTo>
                  <a:pt x="8009051" y="4572000"/>
                </a:lnTo>
                <a:close/>
                <a:moveTo>
                  <a:pt x="7587522" y="0"/>
                </a:moveTo>
                <a:lnTo>
                  <a:pt x="7601238" y="0"/>
                </a:lnTo>
                <a:lnTo>
                  <a:pt x="7601238" y="4572000"/>
                </a:lnTo>
                <a:lnTo>
                  <a:pt x="7587522" y="4572000"/>
                </a:lnTo>
                <a:close/>
                <a:moveTo>
                  <a:pt x="7165993" y="0"/>
                </a:moveTo>
                <a:lnTo>
                  <a:pt x="7179709" y="0"/>
                </a:lnTo>
                <a:lnTo>
                  <a:pt x="7179709" y="4572000"/>
                </a:lnTo>
                <a:lnTo>
                  <a:pt x="7165993" y="4572000"/>
                </a:lnTo>
                <a:close/>
                <a:moveTo>
                  <a:pt x="6744464" y="0"/>
                </a:moveTo>
                <a:lnTo>
                  <a:pt x="6758180" y="0"/>
                </a:lnTo>
                <a:lnTo>
                  <a:pt x="6758180" y="4572000"/>
                </a:lnTo>
                <a:lnTo>
                  <a:pt x="6744464" y="4572000"/>
                </a:lnTo>
                <a:close/>
                <a:moveTo>
                  <a:pt x="3793761" y="0"/>
                </a:moveTo>
                <a:lnTo>
                  <a:pt x="3807477" y="0"/>
                </a:lnTo>
                <a:lnTo>
                  <a:pt x="3807477" y="4572000"/>
                </a:lnTo>
                <a:lnTo>
                  <a:pt x="3793761" y="4572000"/>
                </a:lnTo>
                <a:close/>
                <a:moveTo>
                  <a:pt x="2950703" y="0"/>
                </a:moveTo>
                <a:lnTo>
                  <a:pt x="2964419" y="0"/>
                </a:lnTo>
                <a:lnTo>
                  <a:pt x="2964419" y="4572000"/>
                </a:lnTo>
                <a:lnTo>
                  <a:pt x="2950703" y="4572000"/>
                </a:lnTo>
                <a:close/>
                <a:moveTo>
                  <a:pt x="2529174" y="0"/>
                </a:moveTo>
                <a:lnTo>
                  <a:pt x="2542890" y="0"/>
                </a:lnTo>
                <a:lnTo>
                  <a:pt x="2542890" y="4572000"/>
                </a:lnTo>
                <a:lnTo>
                  <a:pt x="2529174" y="4572000"/>
                </a:lnTo>
                <a:close/>
                <a:moveTo>
                  <a:pt x="2107645" y="0"/>
                </a:moveTo>
                <a:lnTo>
                  <a:pt x="2121361" y="0"/>
                </a:lnTo>
                <a:lnTo>
                  <a:pt x="2121361" y="4572000"/>
                </a:lnTo>
                <a:lnTo>
                  <a:pt x="2107645" y="4572000"/>
                </a:lnTo>
                <a:close/>
                <a:moveTo>
                  <a:pt x="1686116" y="0"/>
                </a:moveTo>
                <a:lnTo>
                  <a:pt x="1699832" y="0"/>
                </a:lnTo>
                <a:lnTo>
                  <a:pt x="1699832" y="4572000"/>
                </a:lnTo>
                <a:lnTo>
                  <a:pt x="1686116" y="4572000"/>
                </a:lnTo>
                <a:close/>
                <a:moveTo>
                  <a:pt x="1264587" y="0"/>
                </a:moveTo>
                <a:lnTo>
                  <a:pt x="1278303" y="0"/>
                </a:lnTo>
                <a:lnTo>
                  <a:pt x="1278303" y="4572000"/>
                </a:lnTo>
                <a:lnTo>
                  <a:pt x="1264587" y="4572000"/>
                </a:lnTo>
                <a:close/>
                <a:moveTo>
                  <a:pt x="843058" y="0"/>
                </a:moveTo>
                <a:lnTo>
                  <a:pt x="856774" y="0"/>
                </a:lnTo>
                <a:lnTo>
                  <a:pt x="856774" y="4572000"/>
                </a:lnTo>
                <a:lnTo>
                  <a:pt x="843058" y="457200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0" name="Rectangle 87"/>
          <p:cNvSpPr/>
          <p:nvPr/>
        </p:nvSpPr>
        <p:spPr>
          <a:xfrm rot="2700000">
            <a:off x="1733432" y="-725286"/>
            <a:ext cx="10287" cy="4927721"/>
          </a:xfrm>
          <a:custGeom>
            <a:avLst/>
            <a:gdLst/>
            <a:ahLst/>
            <a:cxnLst/>
            <a:rect l="l" t="t" r="r" b="b"/>
            <a:pathLst>
              <a:path w="13716" h="6570294">
                <a:moveTo>
                  <a:pt x="0" y="6556578"/>
                </a:moveTo>
                <a:lnTo>
                  <a:pt x="13716" y="6570294"/>
                </a:lnTo>
                <a:lnTo>
                  <a:pt x="13716" y="6570294"/>
                </a:lnTo>
                <a:lnTo>
                  <a:pt x="0" y="6556578"/>
                </a:lnTo>
                <a:close/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1" name="Rectangle 88"/>
          <p:cNvSpPr/>
          <p:nvPr/>
        </p:nvSpPr>
        <p:spPr>
          <a:xfrm rot="2700000">
            <a:off x="2389895" y="-715313"/>
            <a:ext cx="10287" cy="4859627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2" name="Rectangle 89"/>
          <p:cNvSpPr/>
          <p:nvPr/>
        </p:nvSpPr>
        <p:spPr>
          <a:xfrm rot="2700000">
            <a:off x="3022285" y="-715312"/>
            <a:ext cx="10287" cy="4859627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7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3" name="Rectangle 90"/>
          <p:cNvSpPr/>
          <p:nvPr/>
        </p:nvSpPr>
        <p:spPr>
          <a:xfrm rot="2700000">
            <a:off x="3654674" y="-715312"/>
            <a:ext cx="10287" cy="4859627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4" name="Rectangle 91"/>
          <p:cNvSpPr/>
          <p:nvPr/>
        </p:nvSpPr>
        <p:spPr>
          <a:xfrm rot="2700000">
            <a:off x="4287065" y="-715312"/>
            <a:ext cx="10287" cy="4859626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13716"/>
                </a:moveTo>
                <a:lnTo>
                  <a:pt x="13716" y="0"/>
                </a:lnTo>
                <a:lnTo>
                  <a:pt x="13716" y="6465785"/>
                </a:lnTo>
                <a:lnTo>
                  <a:pt x="0" y="647950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5" name="Rectangle 92"/>
          <p:cNvSpPr/>
          <p:nvPr/>
        </p:nvSpPr>
        <p:spPr>
          <a:xfrm rot="2700000">
            <a:off x="4919454" y="-715313"/>
            <a:ext cx="10287" cy="4859627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6" name="Rectangle 93"/>
          <p:cNvSpPr/>
          <p:nvPr/>
        </p:nvSpPr>
        <p:spPr>
          <a:xfrm rot="2700000">
            <a:off x="5551843" y="-708039"/>
            <a:ext cx="10288" cy="4859627"/>
          </a:xfrm>
          <a:custGeom>
            <a:avLst/>
            <a:gdLst/>
            <a:ahLst/>
            <a:cxnLst/>
            <a:rect l="l" t="t" r="r" b="b"/>
            <a:pathLst>
              <a:path w="13717" h="6479502">
                <a:moveTo>
                  <a:pt x="0" y="13716"/>
                </a:moveTo>
                <a:lnTo>
                  <a:pt x="13717" y="0"/>
                </a:lnTo>
                <a:lnTo>
                  <a:pt x="13716" y="6465787"/>
                </a:lnTo>
                <a:lnTo>
                  <a:pt x="1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7" name="Rectangle 94"/>
          <p:cNvSpPr/>
          <p:nvPr/>
        </p:nvSpPr>
        <p:spPr>
          <a:xfrm rot="2700000">
            <a:off x="6184233" y="-715313"/>
            <a:ext cx="10287" cy="4859627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8" name="Rectangle 95"/>
          <p:cNvSpPr/>
          <p:nvPr/>
        </p:nvSpPr>
        <p:spPr>
          <a:xfrm rot="2700000">
            <a:off x="6816624" y="-715312"/>
            <a:ext cx="10288" cy="4859627"/>
          </a:xfrm>
          <a:custGeom>
            <a:avLst/>
            <a:gdLst/>
            <a:ahLst/>
            <a:cxnLst/>
            <a:rect l="l" t="t" r="r" b="b"/>
            <a:pathLst>
              <a:path w="13717" h="6479503">
                <a:moveTo>
                  <a:pt x="13717" y="0"/>
                </a:moveTo>
                <a:lnTo>
                  <a:pt x="13716" y="6465787"/>
                </a:lnTo>
                <a:lnTo>
                  <a:pt x="0" y="6479503"/>
                </a:lnTo>
                <a:lnTo>
                  <a:pt x="1" y="13717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9" name="Rectangle 96"/>
          <p:cNvSpPr/>
          <p:nvPr/>
        </p:nvSpPr>
        <p:spPr>
          <a:xfrm rot="2700000">
            <a:off x="7434672" y="-680697"/>
            <a:ext cx="10287" cy="4819072"/>
          </a:xfrm>
          <a:custGeom>
            <a:avLst/>
            <a:gdLst/>
            <a:ahLst/>
            <a:cxnLst/>
            <a:rect l="l" t="t" r="r" b="b"/>
            <a:pathLst>
              <a:path w="13716" h="6425429">
                <a:moveTo>
                  <a:pt x="0" y="0"/>
                </a:moveTo>
                <a:lnTo>
                  <a:pt x="13716" y="13717"/>
                </a:lnTo>
                <a:lnTo>
                  <a:pt x="13716" y="6411713"/>
                </a:lnTo>
                <a:lnTo>
                  <a:pt x="0" y="642542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0" name="Rectangle 97"/>
          <p:cNvSpPr/>
          <p:nvPr/>
        </p:nvSpPr>
        <p:spPr>
          <a:xfrm rot="2700000">
            <a:off x="7750869" y="82666"/>
            <a:ext cx="10288" cy="3924736"/>
          </a:xfrm>
          <a:custGeom>
            <a:avLst/>
            <a:gdLst/>
            <a:ahLst/>
            <a:cxnLst/>
            <a:rect l="l" t="t" r="r" b="b"/>
            <a:pathLst>
              <a:path w="13717" h="5232981">
                <a:moveTo>
                  <a:pt x="0" y="0"/>
                </a:moveTo>
                <a:lnTo>
                  <a:pt x="13717" y="13716"/>
                </a:lnTo>
                <a:lnTo>
                  <a:pt x="13717" y="5219264"/>
                </a:lnTo>
                <a:lnTo>
                  <a:pt x="1" y="523298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1" name="Rectangle 98"/>
          <p:cNvSpPr/>
          <p:nvPr/>
        </p:nvSpPr>
        <p:spPr>
          <a:xfrm rot="2700000">
            <a:off x="8067063" y="846028"/>
            <a:ext cx="10287" cy="3030403"/>
          </a:xfrm>
          <a:custGeom>
            <a:avLst/>
            <a:gdLst/>
            <a:ahLst/>
            <a:cxnLst/>
            <a:rect l="l" t="t" r="r" b="b"/>
            <a:pathLst>
              <a:path w="13716" h="4040537">
                <a:moveTo>
                  <a:pt x="0" y="0"/>
                </a:moveTo>
                <a:lnTo>
                  <a:pt x="13716" y="13716"/>
                </a:lnTo>
                <a:lnTo>
                  <a:pt x="13715" y="4026822"/>
                </a:lnTo>
                <a:lnTo>
                  <a:pt x="1" y="4040537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2" name="Rectangle 99"/>
          <p:cNvSpPr/>
          <p:nvPr/>
        </p:nvSpPr>
        <p:spPr>
          <a:xfrm rot="2700000">
            <a:off x="8383259" y="1609390"/>
            <a:ext cx="10287" cy="2136068"/>
          </a:xfrm>
          <a:custGeom>
            <a:avLst/>
            <a:gdLst/>
            <a:ahLst/>
            <a:cxnLst/>
            <a:rect l="l" t="t" r="r" b="b"/>
            <a:pathLst>
              <a:path w="13716" h="2848091">
                <a:moveTo>
                  <a:pt x="0" y="0"/>
                </a:moveTo>
                <a:lnTo>
                  <a:pt x="13716" y="13716"/>
                </a:lnTo>
                <a:lnTo>
                  <a:pt x="13715" y="2834375"/>
                </a:lnTo>
                <a:lnTo>
                  <a:pt x="0" y="284809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3" name="Rectangle 100"/>
          <p:cNvSpPr/>
          <p:nvPr/>
        </p:nvSpPr>
        <p:spPr>
          <a:xfrm rot="2700000">
            <a:off x="8699455" y="2372752"/>
            <a:ext cx="10286" cy="1241733"/>
          </a:xfrm>
          <a:custGeom>
            <a:avLst/>
            <a:gdLst/>
            <a:ahLst/>
            <a:cxnLst/>
            <a:rect l="l" t="t" r="r" b="b"/>
            <a:pathLst>
              <a:path w="13715" h="1655644">
                <a:moveTo>
                  <a:pt x="0" y="0"/>
                </a:moveTo>
                <a:lnTo>
                  <a:pt x="13715" y="13716"/>
                </a:lnTo>
                <a:lnTo>
                  <a:pt x="13715" y="1641929"/>
                </a:lnTo>
                <a:lnTo>
                  <a:pt x="0" y="1655644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4" name="Rectangle 101"/>
          <p:cNvSpPr/>
          <p:nvPr/>
        </p:nvSpPr>
        <p:spPr>
          <a:xfrm rot="2700000">
            <a:off x="9015652" y="3136120"/>
            <a:ext cx="10286" cy="347392"/>
          </a:xfrm>
          <a:custGeom>
            <a:avLst/>
            <a:gdLst/>
            <a:ahLst/>
            <a:cxnLst/>
            <a:rect l="l" t="t" r="r" b="b"/>
            <a:pathLst>
              <a:path w="13715" h="463189">
                <a:moveTo>
                  <a:pt x="1" y="0"/>
                </a:moveTo>
                <a:lnTo>
                  <a:pt x="13715" y="13716"/>
                </a:lnTo>
                <a:lnTo>
                  <a:pt x="13715" y="449474"/>
                </a:lnTo>
                <a:lnTo>
                  <a:pt x="0" y="46318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5" name="Rectangle 102"/>
          <p:cNvSpPr/>
          <p:nvPr/>
        </p:nvSpPr>
        <p:spPr>
          <a:xfrm rot="2700000">
            <a:off x="152458" y="-70424"/>
            <a:ext cx="10287" cy="456051"/>
          </a:xfrm>
          <a:custGeom>
            <a:avLst/>
            <a:gdLst/>
            <a:ahLst/>
            <a:cxnLst/>
            <a:rect l="l" t="t" r="r" b="b"/>
            <a:pathLst>
              <a:path w="13716" h="608068">
                <a:moveTo>
                  <a:pt x="0" y="13716"/>
                </a:moveTo>
                <a:lnTo>
                  <a:pt x="13716" y="0"/>
                </a:lnTo>
                <a:lnTo>
                  <a:pt x="13716" y="608068"/>
                </a:lnTo>
                <a:lnTo>
                  <a:pt x="0" y="59435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6" name="Rectangle 103"/>
          <p:cNvSpPr/>
          <p:nvPr/>
        </p:nvSpPr>
        <p:spPr>
          <a:xfrm rot="2700000">
            <a:off x="468653" y="-201397"/>
            <a:ext cx="10287" cy="1350386"/>
          </a:xfrm>
          <a:custGeom>
            <a:avLst/>
            <a:gdLst/>
            <a:ahLst/>
            <a:cxnLst/>
            <a:rect l="l" t="t" r="r" b="b"/>
            <a:pathLst>
              <a:path w="13716" h="1800514">
                <a:moveTo>
                  <a:pt x="0" y="13716"/>
                </a:moveTo>
                <a:lnTo>
                  <a:pt x="13716" y="0"/>
                </a:lnTo>
                <a:lnTo>
                  <a:pt x="13716" y="1800514"/>
                </a:lnTo>
                <a:lnTo>
                  <a:pt x="0" y="178679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7" name="Rectangle 104"/>
          <p:cNvSpPr/>
          <p:nvPr/>
        </p:nvSpPr>
        <p:spPr>
          <a:xfrm rot="2700000">
            <a:off x="784847" y="-332369"/>
            <a:ext cx="10287" cy="2244719"/>
          </a:xfrm>
          <a:custGeom>
            <a:avLst/>
            <a:gdLst/>
            <a:ahLst/>
            <a:cxnLst/>
            <a:rect l="l" t="t" r="r" b="b"/>
            <a:pathLst>
              <a:path w="13716" h="2992958">
                <a:moveTo>
                  <a:pt x="0" y="13716"/>
                </a:moveTo>
                <a:lnTo>
                  <a:pt x="13716" y="0"/>
                </a:lnTo>
                <a:lnTo>
                  <a:pt x="13716" y="2992958"/>
                </a:lnTo>
                <a:lnTo>
                  <a:pt x="0" y="297924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8" name="Rectangle 105"/>
          <p:cNvSpPr/>
          <p:nvPr/>
        </p:nvSpPr>
        <p:spPr>
          <a:xfrm rot="2700000">
            <a:off x="1101042" y="-463341"/>
            <a:ext cx="10287" cy="3139053"/>
          </a:xfrm>
          <a:custGeom>
            <a:avLst/>
            <a:gdLst/>
            <a:ahLst/>
            <a:cxnLst/>
            <a:rect l="l" t="t" r="r" b="b"/>
            <a:pathLst>
              <a:path w="13716" h="4185404">
                <a:moveTo>
                  <a:pt x="0" y="13716"/>
                </a:moveTo>
                <a:lnTo>
                  <a:pt x="13716" y="0"/>
                </a:lnTo>
                <a:lnTo>
                  <a:pt x="13716" y="4185404"/>
                </a:lnTo>
                <a:lnTo>
                  <a:pt x="0" y="417168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9" name="Rectangle 106"/>
          <p:cNvSpPr/>
          <p:nvPr/>
        </p:nvSpPr>
        <p:spPr>
          <a:xfrm rot="2700000">
            <a:off x="1417237" y="-594312"/>
            <a:ext cx="10287" cy="4033387"/>
          </a:xfrm>
          <a:custGeom>
            <a:avLst/>
            <a:gdLst/>
            <a:ahLst/>
            <a:cxnLst/>
            <a:rect l="l" t="t" r="r" b="b"/>
            <a:pathLst>
              <a:path w="13716" h="5377849">
                <a:moveTo>
                  <a:pt x="0" y="13716"/>
                </a:moveTo>
                <a:lnTo>
                  <a:pt x="13716" y="0"/>
                </a:lnTo>
                <a:lnTo>
                  <a:pt x="13716" y="5377849"/>
                </a:lnTo>
                <a:lnTo>
                  <a:pt x="0" y="536413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0" name="Rectangle 148"/>
          <p:cNvSpPr/>
          <p:nvPr/>
        </p:nvSpPr>
        <p:spPr>
          <a:xfrm rot="18900000" flipV="1">
            <a:off x="1552927" y="-337657"/>
            <a:ext cx="10287" cy="4417175"/>
          </a:xfrm>
          <a:custGeom>
            <a:avLst/>
            <a:gdLst/>
            <a:ahLst/>
            <a:cxnLst/>
            <a:rect l="l" t="t" r="r" b="b"/>
            <a:pathLst>
              <a:path w="13716" h="5889566">
                <a:moveTo>
                  <a:pt x="13716" y="5889566"/>
                </a:moveTo>
                <a:lnTo>
                  <a:pt x="13716" y="0"/>
                </a:lnTo>
                <a:lnTo>
                  <a:pt x="0" y="13716"/>
                </a:lnTo>
                <a:lnTo>
                  <a:pt x="0" y="587585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1" name="Rectangle 323"/>
          <p:cNvSpPr/>
          <p:nvPr/>
        </p:nvSpPr>
        <p:spPr>
          <a:xfrm rot="18900000" flipV="1">
            <a:off x="1236732" y="425708"/>
            <a:ext cx="10287" cy="3522839"/>
          </a:xfrm>
          <a:custGeom>
            <a:avLst/>
            <a:gdLst/>
            <a:ahLst/>
            <a:cxnLst/>
            <a:rect l="l" t="t" r="r" b="b"/>
            <a:pathLst>
              <a:path w="13716" h="4697119">
                <a:moveTo>
                  <a:pt x="13716" y="4697119"/>
                </a:moveTo>
                <a:lnTo>
                  <a:pt x="13716" y="0"/>
                </a:lnTo>
                <a:lnTo>
                  <a:pt x="0" y="13716"/>
                </a:lnTo>
                <a:lnTo>
                  <a:pt x="0" y="46834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2" name="Rectangle 324"/>
          <p:cNvSpPr/>
          <p:nvPr/>
        </p:nvSpPr>
        <p:spPr>
          <a:xfrm rot="18900000" flipV="1">
            <a:off x="920537" y="1189068"/>
            <a:ext cx="10287" cy="2628506"/>
          </a:xfrm>
          <a:custGeom>
            <a:avLst/>
            <a:gdLst/>
            <a:ahLst/>
            <a:cxnLst/>
            <a:rect l="l" t="t" r="r" b="b"/>
            <a:pathLst>
              <a:path w="13716" h="3504674">
                <a:moveTo>
                  <a:pt x="13716" y="3504674"/>
                </a:moveTo>
                <a:lnTo>
                  <a:pt x="13716" y="0"/>
                </a:lnTo>
                <a:lnTo>
                  <a:pt x="0" y="13716"/>
                </a:lnTo>
                <a:lnTo>
                  <a:pt x="0" y="349095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3" name="Rectangle 325"/>
          <p:cNvSpPr/>
          <p:nvPr/>
        </p:nvSpPr>
        <p:spPr>
          <a:xfrm rot="18900000" flipV="1">
            <a:off x="604343" y="1952431"/>
            <a:ext cx="10287" cy="1734170"/>
          </a:xfrm>
          <a:custGeom>
            <a:avLst/>
            <a:gdLst/>
            <a:ahLst/>
            <a:cxnLst/>
            <a:rect l="l" t="t" r="r" b="b"/>
            <a:pathLst>
              <a:path w="13716" h="2312226">
                <a:moveTo>
                  <a:pt x="13716" y="2312226"/>
                </a:moveTo>
                <a:lnTo>
                  <a:pt x="13716" y="0"/>
                </a:lnTo>
                <a:lnTo>
                  <a:pt x="0" y="13716"/>
                </a:lnTo>
                <a:lnTo>
                  <a:pt x="0" y="229851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4" name="Rectangle 326"/>
          <p:cNvSpPr/>
          <p:nvPr/>
        </p:nvSpPr>
        <p:spPr>
          <a:xfrm rot="18900000" flipV="1">
            <a:off x="288149" y="2715793"/>
            <a:ext cx="10287" cy="839837"/>
          </a:xfrm>
          <a:custGeom>
            <a:avLst/>
            <a:gdLst/>
            <a:ahLst/>
            <a:cxnLst/>
            <a:rect l="l" t="t" r="r" b="b"/>
            <a:pathLst>
              <a:path w="13716" h="1119782">
                <a:moveTo>
                  <a:pt x="13716" y="1119782"/>
                </a:moveTo>
                <a:lnTo>
                  <a:pt x="13716" y="0"/>
                </a:lnTo>
                <a:lnTo>
                  <a:pt x="0" y="13716"/>
                </a:lnTo>
                <a:lnTo>
                  <a:pt x="0" y="110606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5" name="Rectangle 371"/>
          <p:cNvSpPr/>
          <p:nvPr/>
        </p:nvSpPr>
        <p:spPr>
          <a:xfrm rot="18900000" flipV="1">
            <a:off x="2028885" y="-715312"/>
            <a:ext cx="10287" cy="4859625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6" name="Rectangle 373"/>
          <p:cNvSpPr/>
          <p:nvPr/>
        </p:nvSpPr>
        <p:spPr>
          <a:xfrm rot="18900000" flipV="1">
            <a:off x="3293664" y="-715312"/>
            <a:ext cx="10287" cy="4859625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5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7" name="Rectangle 375"/>
          <p:cNvSpPr/>
          <p:nvPr/>
        </p:nvSpPr>
        <p:spPr>
          <a:xfrm rot="18900000" flipV="1">
            <a:off x="4558444" y="-715312"/>
            <a:ext cx="10287" cy="4859626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6479501"/>
                </a:moveTo>
                <a:lnTo>
                  <a:pt x="13716" y="6465785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8" name="Rectangle 376"/>
          <p:cNvSpPr/>
          <p:nvPr/>
        </p:nvSpPr>
        <p:spPr>
          <a:xfrm rot="18900000" flipV="1">
            <a:off x="5187196" y="-724093"/>
            <a:ext cx="10287" cy="4869914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7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9" name="Rectangle 377"/>
          <p:cNvSpPr/>
          <p:nvPr/>
        </p:nvSpPr>
        <p:spPr>
          <a:xfrm rot="18900000" flipV="1">
            <a:off x="5819586" y="-724093"/>
            <a:ext cx="10288" cy="4869914"/>
          </a:xfrm>
          <a:custGeom>
            <a:avLst/>
            <a:gdLst/>
            <a:ahLst/>
            <a:cxnLst/>
            <a:rect l="l" t="t" r="r" b="b"/>
            <a:pathLst>
              <a:path w="13717" h="6493219">
                <a:moveTo>
                  <a:pt x="0" y="6493219"/>
                </a:moveTo>
                <a:lnTo>
                  <a:pt x="13716" y="6479502"/>
                </a:lnTo>
                <a:lnTo>
                  <a:pt x="13717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0" name="Rectangle 378"/>
          <p:cNvSpPr/>
          <p:nvPr/>
        </p:nvSpPr>
        <p:spPr>
          <a:xfrm rot="18900000" flipV="1">
            <a:off x="6451975" y="-724093"/>
            <a:ext cx="10287" cy="4869914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6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1" name="Rectangle 138"/>
          <p:cNvSpPr/>
          <p:nvPr/>
        </p:nvSpPr>
        <p:spPr>
          <a:xfrm rot="18900000" flipV="1">
            <a:off x="7566726" y="-661951"/>
            <a:ext cx="10287" cy="4445573"/>
          </a:xfrm>
          <a:custGeom>
            <a:avLst/>
            <a:gdLst/>
            <a:ahLst/>
            <a:cxnLst/>
            <a:rect l="l" t="t" r="r" b="b"/>
            <a:pathLst>
              <a:path w="13716" h="5927431">
                <a:moveTo>
                  <a:pt x="0" y="5927431"/>
                </a:moveTo>
                <a:lnTo>
                  <a:pt x="13715" y="5913716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2" name="Rectangle 139"/>
          <p:cNvSpPr/>
          <p:nvPr/>
        </p:nvSpPr>
        <p:spPr>
          <a:xfrm rot="18900000" flipV="1">
            <a:off x="7882922" y="-530978"/>
            <a:ext cx="10287" cy="3551239"/>
          </a:xfrm>
          <a:custGeom>
            <a:avLst/>
            <a:gdLst/>
            <a:ahLst/>
            <a:cxnLst/>
            <a:rect l="l" t="t" r="r" b="b"/>
            <a:pathLst>
              <a:path w="13716" h="4734985">
                <a:moveTo>
                  <a:pt x="0" y="4734985"/>
                </a:moveTo>
                <a:lnTo>
                  <a:pt x="13715" y="4721270"/>
                </a:lnTo>
                <a:lnTo>
                  <a:pt x="13716" y="137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3" name="Rectangle 140"/>
          <p:cNvSpPr/>
          <p:nvPr/>
        </p:nvSpPr>
        <p:spPr>
          <a:xfrm rot="18900000" flipV="1">
            <a:off x="8199116" y="-400007"/>
            <a:ext cx="10287" cy="2656905"/>
          </a:xfrm>
          <a:custGeom>
            <a:avLst/>
            <a:gdLst/>
            <a:ahLst/>
            <a:cxnLst/>
            <a:rect l="l" t="t" r="r" b="b"/>
            <a:pathLst>
              <a:path w="13716" h="3542540">
                <a:moveTo>
                  <a:pt x="0" y="3542540"/>
                </a:moveTo>
                <a:lnTo>
                  <a:pt x="13715" y="3528825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4" name="Rectangle 141"/>
          <p:cNvSpPr/>
          <p:nvPr/>
        </p:nvSpPr>
        <p:spPr>
          <a:xfrm rot="18900000" flipV="1">
            <a:off x="8515311" y="-269034"/>
            <a:ext cx="10287" cy="1762571"/>
          </a:xfrm>
          <a:custGeom>
            <a:avLst/>
            <a:gdLst/>
            <a:ahLst/>
            <a:cxnLst/>
            <a:rect l="l" t="t" r="r" b="b"/>
            <a:pathLst>
              <a:path w="13716" h="2350095">
                <a:moveTo>
                  <a:pt x="0" y="2350095"/>
                </a:moveTo>
                <a:lnTo>
                  <a:pt x="13715" y="2336380"/>
                </a:lnTo>
                <a:lnTo>
                  <a:pt x="13716" y="137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5" name="Rectangle 142"/>
          <p:cNvSpPr/>
          <p:nvPr/>
        </p:nvSpPr>
        <p:spPr>
          <a:xfrm rot="18900000" flipV="1">
            <a:off x="8831506" y="-138063"/>
            <a:ext cx="10287" cy="868238"/>
          </a:xfrm>
          <a:custGeom>
            <a:avLst/>
            <a:gdLst/>
            <a:ahLst/>
            <a:cxnLst/>
            <a:rect l="l" t="t" r="r" b="b"/>
            <a:pathLst>
              <a:path w="13716" h="1157650">
                <a:moveTo>
                  <a:pt x="0" y="1157650"/>
                </a:moveTo>
                <a:lnTo>
                  <a:pt x="13716" y="1143934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6" name="Rectangle 372"/>
          <p:cNvSpPr/>
          <p:nvPr/>
        </p:nvSpPr>
        <p:spPr>
          <a:xfrm rot="18900000" flipV="1">
            <a:off x="2657638" y="-724093"/>
            <a:ext cx="10287" cy="4869914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0" y="6493219"/>
                </a:moveTo>
                <a:lnTo>
                  <a:pt x="13716" y="6479503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7" name="Rectangle 374"/>
          <p:cNvSpPr/>
          <p:nvPr/>
        </p:nvSpPr>
        <p:spPr>
          <a:xfrm rot="18900000" flipV="1">
            <a:off x="3922417" y="-724094"/>
            <a:ext cx="10287" cy="4869915"/>
          </a:xfrm>
          <a:custGeom>
            <a:avLst/>
            <a:gdLst/>
            <a:ahLst/>
            <a:cxnLst/>
            <a:rect l="l" t="t" r="r" b="b"/>
            <a:pathLst>
              <a:path w="13716" h="6493220">
                <a:moveTo>
                  <a:pt x="0" y="6493220"/>
                </a:moveTo>
                <a:lnTo>
                  <a:pt x="13716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8" name="Teardrop 3"/>
          <p:cNvSpPr/>
          <p:nvPr/>
        </p:nvSpPr>
        <p:spPr>
          <a:xfrm rot="5400000" flipH="1" flipV="1">
            <a:off x="4832079" y="8215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9" name="Oval 1608"/>
          <p:cNvSpPr/>
          <p:nvPr/>
        </p:nvSpPr>
        <p:spPr>
          <a:xfrm>
            <a:off x="5340375" y="27439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10" name="Teardrop 3"/>
          <p:cNvSpPr/>
          <p:nvPr/>
        </p:nvSpPr>
        <p:spPr>
          <a:xfrm rot="5400000" flipH="1" flipV="1">
            <a:off x="-111581" y="193736"/>
            <a:ext cx="459486" cy="236325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1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6" y="223846"/>
                </a:cubicBezTo>
                <a:lnTo>
                  <a:pt x="221347" y="232509"/>
                </a:lnTo>
                <a:cubicBezTo>
                  <a:pt x="224389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0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1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4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8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1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1" name="Oval 1610"/>
          <p:cNvSpPr/>
          <p:nvPr/>
        </p:nvSpPr>
        <p:spPr>
          <a:xfrm>
            <a:off x="283095" y="27439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12" name="Teardrop 3"/>
          <p:cNvSpPr/>
          <p:nvPr/>
        </p:nvSpPr>
        <p:spPr>
          <a:xfrm rot="5400000" flipH="1" flipV="1">
            <a:off x="1040649" y="8215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3" name="Teardrop 3"/>
          <p:cNvSpPr/>
          <p:nvPr/>
        </p:nvSpPr>
        <p:spPr>
          <a:xfrm rot="5400000" flipH="1" flipV="1">
            <a:off x="1672554" y="8215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4" name="Teardrop 3"/>
          <p:cNvSpPr/>
          <p:nvPr/>
        </p:nvSpPr>
        <p:spPr>
          <a:xfrm rot="5400000" flipH="1" flipV="1">
            <a:off x="2304459" y="8215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5" name="Teardrop 3"/>
          <p:cNvSpPr/>
          <p:nvPr/>
        </p:nvSpPr>
        <p:spPr>
          <a:xfrm rot="5400000" flipH="1" flipV="1">
            <a:off x="2936364" y="8215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6" name="Teardrop 3"/>
          <p:cNvSpPr/>
          <p:nvPr/>
        </p:nvSpPr>
        <p:spPr>
          <a:xfrm rot="5400000" flipH="1" flipV="1">
            <a:off x="3568269" y="8215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7" name="Teardrop 3"/>
          <p:cNvSpPr/>
          <p:nvPr/>
        </p:nvSpPr>
        <p:spPr>
          <a:xfrm rot="5400000" flipH="1" flipV="1">
            <a:off x="4200174" y="8215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8" name="Oval 1617"/>
          <p:cNvSpPr/>
          <p:nvPr/>
        </p:nvSpPr>
        <p:spPr>
          <a:xfrm>
            <a:off x="915255" y="27439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19" name="Oval 1618"/>
          <p:cNvSpPr/>
          <p:nvPr/>
        </p:nvSpPr>
        <p:spPr>
          <a:xfrm>
            <a:off x="1547415" y="27439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0" name="Oval 1619"/>
          <p:cNvSpPr/>
          <p:nvPr/>
        </p:nvSpPr>
        <p:spPr>
          <a:xfrm>
            <a:off x="2179575" y="27439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1" name="Oval 1620"/>
          <p:cNvSpPr/>
          <p:nvPr/>
        </p:nvSpPr>
        <p:spPr>
          <a:xfrm>
            <a:off x="2811735" y="27439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2" name="Oval 1621"/>
          <p:cNvSpPr/>
          <p:nvPr/>
        </p:nvSpPr>
        <p:spPr>
          <a:xfrm>
            <a:off x="3443895" y="27439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3" name="Oval 1622"/>
          <p:cNvSpPr/>
          <p:nvPr/>
        </p:nvSpPr>
        <p:spPr>
          <a:xfrm>
            <a:off x="4076055" y="27439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4" name="Oval 1623"/>
          <p:cNvSpPr/>
          <p:nvPr/>
        </p:nvSpPr>
        <p:spPr>
          <a:xfrm>
            <a:off x="4708215" y="27439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5" name="Teardrop 3"/>
          <p:cNvSpPr/>
          <p:nvPr/>
        </p:nvSpPr>
        <p:spPr>
          <a:xfrm rot="5400000" flipH="1" flipV="1">
            <a:off x="6095889" y="8215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26" name="Oval 1625"/>
          <p:cNvSpPr/>
          <p:nvPr/>
        </p:nvSpPr>
        <p:spPr>
          <a:xfrm>
            <a:off x="6604695" y="27439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7" name="Teardrop 3"/>
          <p:cNvSpPr/>
          <p:nvPr/>
        </p:nvSpPr>
        <p:spPr>
          <a:xfrm rot="5400000" flipH="1" flipV="1">
            <a:off x="5463984" y="8215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28" name="Oval 1627"/>
          <p:cNvSpPr/>
          <p:nvPr/>
        </p:nvSpPr>
        <p:spPr>
          <a:xfrm>
            <a:off x="5972535" y="27439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9" name="Teardrop 3"/>
          <p:cNvSpPr/>
          <p:nvPr/>
        </p:nvSpPr>
        <p:spPr>
          <a:xfrm rot="5400000" flipH="1" flipV="1">
            <a:off x="7359699" y="8215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0" name="Oval 1629"/>
          <p:cNvSpPr/>
          <p:nvPr/>
        </p:nvSpPr>
        <p:spPr>
          <a:xfrm>
            <a:off x="7869015" y="27439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31" name="Teardrop 3"/>
          <p:cNvSpPr/>
          <p:nvPr/>
        </p:nvSpPr>
        <p:spPr>
          <a:xfrm rot="5400000" flipH="1" flipV="1">
            <a:off x="6727794" y="8215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2" name="Oval 1631"/>
          <p:cNvSpPr/>
          <p:nvPr/>
        </p:nvSpPr>
        <p:spPr>
          <a:xfrm>
            <a:off x="7236855" y="27439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33" name="Teardrop 3"/>
          <p:cNvSpPr/>
          <p:nvPr/>
        </p:nvSpPr>
        <p:spPr>
          <a:xfrm rot="5400000" flipH="1" flipV="1">
            <a:off x="8623508" y="8215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4" name="Teardrop 3"/>
          <p:cNvSpPr/>
          <p:nvPr/>
        </p:nvSpPr>
        <p:spPr>
          <a:xfrm rot="5400000" flipH="1" flipV="1">
            <a:off x="7991604" y="8215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5" name="Oval 1634"/>
          <p:cNvSpPr/>
          <p:nvPr/>
        </p:nvSpPr>
        <p:spPr>
          <a:xfrm>
            <a:off x="8501175" y="27439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36" name="Teardrop 3"/>
          <p:cNvSpPr/>
          <p:nvPr/>
        </p:nvSpPr>
        <p:spPr>
          <a:xfrm rot="5400000" flipH="1" flipV="1">
            <a:off x="408744" y="8215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7" name="Oval 1636"/>
          <p:cNvSpPr/>
          <p:nvPr/>
        </p:nvSpPr>
        <p:spPr>
          <a:xfrm>
            <a:off x="4998384" y="24877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8" name="Oval 167"/>
          <p:cNvSpPr/>
          <p:nvPr/>
        </p:nvSpPr>
        <p:spPr>
          <a:xfrm>
            <a:off x="0" y="248774"/>
            <a:ext cx="70457" cy="3180227"/>
          </a:xfrm>
          <a:custGeom>
            <a:avLst/>
            <a:gdLst/>
            <a:ahLst/>
            <a:cxnLst/>
            <a:rect l="l" t="t" r="r" b="b"/>
            <a:pathLst>
              <a:path w="93942" h="4240302">
                <a:moveTo>
                  <a:pt x="9066" y="4229620"/>
                </a:moveTo>
                <a:cubicBezTo>
                  <a:pt x="23324" y="4229620"/>
                  <a:pt x="36761" y="4233136"/>
                  <a:pt x="48054" y="4240302"/>
                </a:cubicBezTo>
                <a:lnTo>
                  <a:pt x="0" y="4240302"/>
                </a:lnTo>
                <a:lnTo>
                  <a:pt x="0" y="4231451"/>
                </a:lnTo>
                <a:cubicBezTo>
                  <a:pt x="2881" y="4229788"/>
                  <a:pt x="5954" y="4229620"/>
                  <a:pt x="9066" y="4229620"/>
                </a:cubicBezTo>
                <a:close/>
                <a:moveTo>
                  <a:pt x="9066" y="3380947"/>
                </a:moveTo>
                <a:cubicBezTo>
                  <a:pt x="55942" y="3380947"/>
                  <a:pt x="93942" y="3418947"/>
                  <a:pt x="93942" y="3465822"/>
                </a:cubicBezTo>
                <a:cubicBezTo>
                  <a:pt x="93942" y="3512697"/>
                  <a:pt x="55942" y="3550697"/>
                  <a:pt x="9066" y="3550697"/>
                </a:cubicBezTo>
                <a:lnTo>
                  <a:pt x="0" y="3548867"/>
                </a:lnTo>
                <a:lnTo>
                  <a:pt x="0" y="3382777"/>
                </a:lnTo>
                <a:cubicBezTo>
                  <a:pt x="2881" y="3381115"/>
                  <a:pt x="5954" y="3380947"/>
                  <a:pt x="9066" y="3380947"/>
                </a:cubicBezTo>
                <a:close/>
                <a:moveTo>
                  <a:pt x="9066" y="2536768"/>
                </a:moveTo>
                <a:cubicBezTo>
                  <a:pt x="55942" y="2536768"/>
                  <a:pt x="93942" y="2574768"/>
                  <a:pt x="93942" y="2621643"/>
                </a:cubicBezTo>
                <a:cubicBezTo>
                  <a:pt x="93942" y="2668518"/>
                  <a:pt x="55942" y="2706518"/>
                  <a:pt x="9066" y="2706518"/>
                </a:cubicBezTo>
                <a:lnTo>
                  <a:pt x="0" y="2704688"/>
                </a:lnTo>
                <a:lnTo>
                  <a:pt x="0" y="2538598"/>
                </a:lnTo>
                <a:cubicBezTo>
                  <a:pt x="2881" y="2536936"/>
                  <a:pt x="5954" y="2536768"/>
                  <a:pt x="9066" y="2536768"/>
                </a:cubicBezTo>
                <a:close/>
                <a:moveTo>
                  <a:pt x="9066" y="1688095"/>
                </a:moveTo>
                <a:cubicBezTo>
                  <a:pt x="55942" y="1688095"/>
                  <a:pt x="93942" y="1726095"/>
                  <a:pt x="93942" y="1772970"/>
                </a:cubicBezTo>
                <a:cubicBezTo>
                  <a:pt x="93942" y="1819845"/>
                  <a:pt x="55942" y="1857845"/>
                  <a:pt x="9066" y="1857845"/>
                </a:cubicBezTo>
                <a:lnTo>
                  <a:pt x="0" y="1856015"/>
                </a:lnTo>
                <a:lnTo>
                  <a:pt x="0" y="1689925"/>
                </a:lnTo>
                <a:cubicBezTo>
                  <a:pt x="2881" y="1688263"/>
                  <a:pt x="5954" y="1688095"/>
                  <a:pt x="9066" y="1688095"/>
                </a:cubicBezTo>
                <a:close/>
                <a:moveTo>
                  <a:pt x="9066" y="845498"/>
                </a:moveTo>
                <a:cubicBezTo>
                  <a:pt x="55942" y="845498"/>
                  <a:pt x="93942" y="883498"/>
                  <a:pt x="93942" y="930373"/>
                </a:cubicBezTo>
                <a:cubicBezTo>
                  <a:pt x="93942" y="977248"/>
                  <a:pt x="55942" y="1015248"/>
                  <a:pt x="9066" y="1015248"/>
                </a:cubicBezTo>
                <a:lnTo>
                  <a:pt x="0" y="1013418"/>
                </a:lnTo>
                <a:lnTo>
                  <a:pt x="0" y="847328"/>
                </a:lnTo>
                <a:cubicBezTo>
                  <a:pt x="2881" y="845666"/>
                  <a:pt x="5954" y="845498"/>
                  <a:pt x="9066" y="845498"/>
                </a:cubicBezTo>
                <a:close/>
                <a:moveTo>
                  <a:pt x="9066" y="0"/>
                </a:moveTo>
                <a:cubicBezTo>
                  <a:pt x="55942" y="0"/>
                  <a:pt x="93942" y="38000"/>
                  <a:pt x="93942" y="84875"/>
                </a:cubicBezTo>
                <a:cubicBezTo>
                  <a:pt x="93942" y="131750"/>
                  <a:pt x="55942" y="169750"/>
                  <a:pt x="9066" y="169750"/>
                </a:cubicBezTo>
                <a:lnTo>
                  <a:pt x="0" y="167920"/>
                </a:lnTo>
                <a:lnTo>
                  <a:pt x="0" y="1830"/>
                </a:lnTo>
                <a:cubicBezTo>
                  <a:pt x="2881" y="167"/>
                  <a:pt x="5954" y="0"/>
                  <a:pt x="906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9" name="Oval 1638"/>
          <p:cNvSpPr/>
          <p:nvPr/>
        </p:nvSpPr>
        <p:spPr>
          <a:xfrm>
            <a:off x="575049" y="24877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0" name="Oval 1639"/>
          <p:cNvSpPr/>
          <p:nvPr/>
        </p:nvSpPr>
        <p:spPr>
          <a:xfrm>
            <a:off x="1206954" y="24877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1" name="Oval 1640"/>
          <p:cNvSpPr/>
          <p:nvPr/>
        </p:nvSpPr>
        <p:spPr>
          <a:xfrm>
            <a:off x="1838859" y="24877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2" name="Oval 1641"/>
          <p:cNvSpPr/>
          <p:nvPr/>
        </p:nvSpPr>
        <p:spPr>
          <a:xfrm>
            <a:off x="2470764" y="24877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3" name="Oval 1642"/>
          <p:cNvSpPr/>
          <p:nvPr/>
        </p:nvSpPr>
        <p:spPr>
          <a:xfrm>
            <a:off x="3102669" y="24877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4" name="Oval 1643"/>
          <p:cNvSpPr/>
          <p:nvPr/>
        </p:nvSpPr>
        <p:spPr>
          <a:xfrm>
            <a:off x="3734574" y="24877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5" name="Oval 1644"/>
          <p:cNvSpPr/>
          <p:nvPr/>
        </p:nvSpPr>
        <p:spPr>
          <a:xfrm>
            <a:off x="4366479" y="24877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6" name="Oval 1645"/>
          <p:cNvSpPr/>
          <p:nvPr/>
        </p:nvSpPr>
        <p:spPr>
          <a:xfrm>
            <a:off x="6262194" y="24877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7" name="Oval 1646"/>
          <p:cNvSpPr/>
          <p:nvPr/>
        </p:nvSpPr>
        <p:spPr>
          <a:xfrm>
            <a:off x="5630289" y="24877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8" name="Oval 1647"/>
          <p:cNvSpPr/>
          <p:nvPr/>
        </p:nvSpPr>
        <p:spPr>
          <a:xfrm>
            <a:off x="7526004" y="24877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9" name="Oval 1648"/>
          <p:cNvSpPr/>
          <p:nvPr/>
        </p:nvSpPr>
        <p:spPr>
          <a:xfrm>
            <a:off x="6894099" y="24877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0" name="Oval 1649"/>
          <p:cNvSpPr/>
          <p:nvPr/>
        </p:nvSpPr>
        <p:spPr>
          <a:xfrm>
            <a:off x="8789813" y="24877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1" name="Oval 1650"/>
          <p:cNvSpPr/>
          <p:nvPr/>
        </p:nvSpPr>
        <p:spPr>
          <a:xfrm>
            <a:off x="8157909" y="24877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2" name="Teardrop 3"/>
          <p:cNvSpPr/>
          <p:nvPr/>
        </p:nvSpPr>
        <p:spPr>
          <a:xfrm rot="5400000" flipH="1" flipV="1">
            <a:off x="4515886" y="39767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3" name="Teardrop 3"/>
          <p:cNvSpPr/>
          <p:nvPr/>
        </p:nvSpPr>
        <p:spPr>
          <a:xfrm rot="5400000" flipH="1" flipV="1">
            <a:off x="724457" y="39767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4" name="Teardrop 3"/>
          <p:cNvSpPr/>
          <p:nvPr/>
        </p:nvSpPr>
        <p:spPr>
          <a:xfrm rot="5400000" flipH="1" flipV="1">
            <a:off x="1356362" y="39767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5" name="Teardrop 3"/>
          <p:cNvSpPr/>
          <p:nvPr/>
        </p:nvSpPr>
        <p:spPr>
          <a:xfrm rot="5400000" flipH="1" flipV="1">
            <a:off x="1988267" y="39767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6" name="Teardrop 3"/>
          <p:cNvSpPr/>
          <p:nvPr/>
        </p:nvSpPr>
        <p:spPr>
          <a:xfrm rot="5400000" flipH="1" flipV="1">
            <a:off x="2620172" y="39767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7" name="Teardrop 3"/>
          <p:cNvSpPr/>
          <p:nvPr/>
        </p:nvSpPr>
        <p:spPr>
          <a:xfrm rot="5400000" flipH="1" flipV="1">
            <a:off x="3252077" y="39767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8" name="Teardrop 3"/>
          <p:cNvSpPr/>
          <p:nvPr/>
        </p:nvSpPr>
        <p:spPr>
          <a:xfrm rot="5400000" flipH="1" flipV="1">
            <a:off x="3883982" y="39767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9" name="Teardrop 3"/>
          <p:cNvSpPr/>
          <p:nvPr/>
        </p:nvSpPr>
        <p:spPr>
          <a:xfrm rot="5400000" flipH="1" flipV="1">
            <a:off x="5779697" y="39767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0" name="Teardrop 3"/>
          <p:cNvSpPr/>
          <p:nvPr/>
        </p:nvSpPr>
        <p:spPr>
          <a:xfrm rot="5400000" flipH="1" flipV="1">
            <a:off x="5147792" y="39767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1" name="Teardrop 3"/>
          <p:cNvSpPr/>
          <p:nvPr/>
        </p:nvSpPr>
        <p:spPr>
          <a:xfrm rot="5400000" flipH="1" flipV="1">
            <a:off x="7043507" y="39767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2" name="Teardrop 3"/>
          <p:cNvSpPr/>
          <p:nvPr/>
        </p:nvSpPr>
        <p:spPr>
          <a:xfrm rot="5400000" flipH="1" flipV="1">
            <a:off x="6411602" y="39767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3" name="Teardrop 3"/>
          <p:cNvSpPr/>
          <p:nvPr/>
        </p:nvSpPr>
        <p:spPr>
          <a:xfrm rot="5400000" flipH="1" flipV="1">
            <a:off x="8307316" y="39767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4" name="Teardrop 3"/>
          <p:cNvSpPr/>
          <p:nvPr/>
        </p:nvSpPr>
        <p:spPr>
          <a:xfrm rot="5400000" flipH="1" flipV="1">
            <a:off x="7675412" y="39767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5" name="Teardrop 3"/>
          <p:cNvSpPr/>
          <p:nvPr/>
        </p:nvSpPr>
        <p:spPr>
          <a:xfrm rot="5400000" flipH="1" flipV="1">
            <a:off x="92552" y="39767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6" name="Teardrop 3"/>
          <p:cNvSpPr/>
          <p:nvPr/>
        </p:nvSpPr>
        <p:spPr>
          <a:xfrm rot="5400000" flipH="1" flipV="1">
            <a:off x="8820002" y="514184"/>
            <a:ext cx="446835" cy="201161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69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7" name="Oval 1666"/>
          <p:cNvSpPr/>
          <p:nvPr/>
        </p:nvSpPr>
        <p:spPr>
          <a:xfrm>
            <a:off x="5314990" y="563262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8" name="Oval 1667"/>
          <p:cNvSpPr/>
          <p:nvPr/>
        </p:nvSpPr>
        <p:spPr>
          <a:xfrm>
            <a:off x="259750" y="563262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9" name="Oval 1668"/>
          <p:cNvSpPr/>
          <p:nvPr/>
        </p:nvSpPr>
        <p:spPr>
          <a:xfrm>
            <a:off x="891655" y="563262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0" name="Oval 1669"/>
          <p:cNvSpPr/>
          <p:nvPr/>
        </p:nvSpPr>
        <p:spPr>
          <a:xfrm>
            <a:off x="1523560" y="563262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1" name="Oval 1670"/>
          <p:cNvSpPr/>
          <p:nvPr/>
        </p:nvSpPr>
        <p:spPr>
          <a:xfrm>
            <a:off x="2155465" y="563262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2" name="Oval 1671"/>
          <p:cNvSpPr/>
          <p:nvPr/>
        </p:nvSpPr>
        <p:spPr>
          <a:xfrm>
            <a:off x="2787370" y="563262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3" name="Oval 1672"/>
          <p:cNvSpPr/>
          <p:nvPr/>
        </p:nvSpPr>
        <p:spPr>
          <a:xfrm>
            <a:off x="3419275" y="563262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4" name="Oval 1673"/>
          <p:cNvSpPr/>
          <p:nvPr/>
        </p:nvSpPr>
        <p:spPr>
          <a:xfrm>
            <a:off x="4051180" y="563262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5" name="Oval 1674"/>
          <p:cNvSpPr/>
          <p:nvPr/>
        </p:nvSpPr>
        <p:spPr>
          <a:xfrm>
            <a:off x="4683085" y="563262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6" name="Oval 1675"/>
          <p:cNvSpPr/>
          <p:nvPr/>
        </p:nvSpPr>
        <p:spPr>
          <a:xfrm>
            <a:off x="6578800" y="563262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7" name="Oval 1676"/>
          <p:cNvSpPr/>
          <p:nvPr/>
        </p:nvSpPr>
        <p:spPr>
          <a:xfrm>
            <a:off x="5946895" y="563262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8" name="Oval 1677"/>
          <p:cNvSpPr/>
          <p:nvPr/>
        </p:nvSpPr>
        <p:spPr>
          <a:xfrm>
            <a:off x="7842610" y="563262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9" name="Oval 1678"/>
          <p:cNvSpPr/>
          <p:nvPr/>
        </p:nvSpPr>
        <p:spPr>
          <a:xfrm>
            <a:off x="7210705" y="563262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0" name="Oval 860"/>
          <p:cNvSpPr/>
          <p:nvPr/>
        </p:nvSpPr>
        <p:spPr>
          <a:xfrm>
            <a:off x="9106419" y="569139"/>
            <a:ext cx="37582" cy="2653825"/>
          </a:xfrm>
          <a:custGeom>
            <a:avLst/>
            <a:gdLst/>
            <a:ahLst/>
            <a:cxnLst/>
            <a:rect l="l" t="t" r="r" b="b"/>
            <a:pathLst>
              <a:path w="50109" h="3538433">
                <a:moveTo>
                  <a:pt x="50109" y="3384355"/>
                </a:moveTo>
                <a:lnTo>
                  <a:pt x="50109" y="3538433"/>
                </a:lnTo>
                <a:cubicBezTo>
                  <a:pt x="20497" y="3525461"/>
                  <a:pt x="0" y="3495821"/>
                  <a:pt x="0" y="3461394"/>
                </a:cubicBezTo>
                <a:cubicBezTo>
                  <a:pt x="0" y="3426967"/>
                  <a:pt x="20497" y="3397327"/>
                  <a:pt x="50109" y="3384355"/>
                </a:cubicBezTo>
                <a:close/>
                <a:moveTo>
                  <a:pt x="50109" y="2538350"/>
                </a:moveTo>
                <a:lnTo>
                  <a:pt x="50109" y="2692428"/>
                </a:lnTo>
                <a:cubicBezTo>
                  <a:pt x="20497" y="2679456"/>
                  <a:pt x="0" y="2649816"/>
                  <a:pt x="0" y="2615389"/>
                </a:cubicBezTo>
                <a:cubicBezTo>
                  <a:pt x="0" y="2580962"/>
                  <a:pt x="20497" y="2551322"/>
                  <a:pt x="50109" y="2538350"/>
                </a:cubicBezTo>
                <a:close/>
                <a:moveTo>
                  <a:pt x="50109" y="1688095"/>
                </a:moveTo>
                <a:lnTo>
                  <a:pt x="50109" y="1842173"/>
                </a:lnTo>
                <a:cubicBezTo>
                  <a:pt x="20497" y="1829201"/>
                  <a:pt x="0" y="1799561"/>
                  <a:pt x="0" y="1765134"/>
                </a:cubicBezTo>
                <a:cubicBezTo>
                  <a:pt x="0" y="1730707"/>
                  <a:pt x="20497" y="1701067"/>
                  <a:pt x="50109" y="1688095"/>
                </a:cubicBezTo>
                <a:close/>
                <a:moveTo>
                  <a:pt x="50109" y="845498"/>
                </a:moveTo>
                <a:lnTo>
                  <a:pt x="50109" y="999576"/>
                </a:lnTo>
                <a:cubicBezTo>
                  <a:pt x="20497" y="986604"/>
                  <a:pt x="0" y="956964"/>
                  <a:pt x="0" y="922537"/>
                </a:cubicBezTo>
                <a:cubicBezTo>
                  <a:pt x="0" y="888110"/>
                  <a:pt x="20497" y="858470"/>
                  <a:pt x="50109" y="845498"/>
                </a:cubicBezTo>
                <a:close/>
                <a:moveTo>
                  <a:pt x="50109" y="0"/>
                </a:moveTo>
                <a:lnTo>
                  <a:pt x="50109" y="154078"/>
                </a:lnTo>
                <a:cubicBezTo>
                  <a:pt x="20497" y="141106"/>
                  <a:pt x="0" y="111466"/>
                  <a:pt x="0" y="77039"/>
                </a:cubicBezTo>
                <a:cubicBezTo>
                  <a:pt x="0" y="42612"/>
                  <a:pt x="20497" y="12972"/>
                  <a:pt x="501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1" name="Oval 1680"/>
          <p:cNvSpPr/>
          <p:nvPr/>
        </p:nvSpPr>
        <p:spPr>
          <a:xfrm>
            <a:off x="8474515" y="563262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2" name="Teardrop 3"/>
          <p:cNvSpPr/>
          <p:nvPr/>
        </p:nvSpPr>
        <p:spPr>
          <a:xfrm rot="5400000" flipH="1" flipV="1">
            <a:off x="4630509" y="-122308"/>
            <a:ext cx="230240" cy="459486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3" name="Teardrop 3"/>
          <p:cNvSpPr/>
          <p:nvPr/>
        </p:nvSpPr>
        <p:spPr>
          <a:xfrm rot="5400000" flipH="1" flipV="1">
            <a:off x="839080" y="-122308"/>
            <a:ext cx="230240" cy="459486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4" name="Teardrop 3"/>
          <p:cNvSpPr/>
          <p:nvPr/>
        </p:nvSpPr>
        <p:spPr>
          <a:xfrm rot="5400000" flipH="1" flipV="1">
            <a:off x="1470985" y="-122308"/>
            <a:ext cx="230240" cy="459486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5" name="Teardrop 3"/>
          <p:cNvSpPr/>
          <p:nvPr/>
        </p:nvSpPr>
        <p:spPr>
          <a:xfrm rot="5400000" flipH="1" flipV="1">
            <a:off x="2102890" y="-122308"/>
            <a:ext cx="230240" cy="459486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6" name="Teardrop 3"/>
          <p:cNvSpPr/>
          <p:nvPr/>
        </p:nvSpPr>
        <p:spPr>
          <a:xfrm rot="5400000" flipH="1" flipV="1">
            <a:off x="2734795" y="-122308"/>
            <a:ext cx="230240" cy="459486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7" name="Teardrop 3"/>
          <p:cNvSpPr/>
          <p:nvPr/>
        </p:nvSpPr>
        <p:spPr>
          <a:xfrm rot="5400000" flipH="1" flipV="1">
            <a:off x="3366700" y="-122308"/>
            <a:ext cx="230240" cy="459486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8" name="Teardrop 3"/>
          <p:cNvSpPr/>
          <p:nvPr/>
        </p:nvSpPr>
        <p:spPr>
          <a:xfrm rot="5400000" flipH="1" flipV="1">
            <a:off x="3998605" y="-122308"/>
            <a:ext cx="230240" cy="459486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9" name="Teardrop 3"/>
          <p:cNvSpPr/>
          <p:nvPr/>
        </p:nvSpPr>
        <p:spPr>
          <a:xfrm rot="5400000" flipH="1" flipV="1">
            <a:off x="5894320" y="-122308"/>
            <a:ext cx="230240" cy="459486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0" name="Teardrop 3"/>
          <p:cNvSpPr/>
          <p:nvPr/>
        </p:nvSpPr>
        <p:spPr>
          <a:xfrm rot="5400000" flipH="1" flipV="1">
            <a:off x="5262415" y="-122308"/>
            <a:ext cx="230240" cy="459486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1" name="Teardrop 3"/>
          <p:cNvSpPr/>
          <p:nvPr/>
        </p:nvSpPr>
        <p:spPr>
          <a:xfrm rot="5400000" flipH="1" flipV="1">
            <a:off x="7158130" y="-122308"/>
            <a:ext cx="230240" cy="459486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2" name="Teardrop 3"/>
          <p:cNvSpPr/>
          <p:nvPr/>
        </p:nvSpPr>
        <p:spPr>
          <a:xfrm rot="5400000" flipH="1" flipV="1">
            <a:off x="6526225" y="-122308"/>
            <a:ext cx="230240" cy="459486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3" name="Teardrop 3"/>
          <p:cNvSpPr/>
          <p:nvPr/>
        </p:nvSpPr>
        <p:spPr>
          <a:xfrm rot="5400000" flipH="1" flipV="1">
            <a:off x="8421939" y="-122308"/>
            <a:ext cx="230240" cy="459486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4" name="Teardrop 3"/>
          <p:cNvSpPr/>
          <p:nvPr/>
        </p:nvSpPr>
        <p:spPr>
          <a:xfrm rot="5400000" flipH="1" flipV="1">
            <a:off x="7790035" y="-122308"/>
            <a:ext cx="230240" cy="459486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5" name="Teardrop 3"/>
          <p:cNvSpPr/>
          <p:nvPr/>
        </p:nvSpPr>
        <p:spPr>
          <a:xfrm rot="5400000" flipH="1" flipV="1">
            <a:off x="207175" y="-122308"/>
            <a:ext cx="230240" cy="459486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8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2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6" name="Teardrop 3"/>
          <p:cNvSpPr/>
          <p:nvPr/>
        </p:nvSpPr>
        <p:spPr>
          <a:xfrm rot="5400000" flipH="1" flipV="1">
            <a:off x="8931463" y="3693"/>
            <a:ext cx="223914" cy="201161"/>
          </a:xfrm>
          <a:custGeom>
            <a:avLst/>
            <a:gdLst/>
            <a:ahLst/>
            <a:cxnLst/>
            <a:rect l="l" t="t" r="r" b="b"/>
            <a:pathLst>
              <a:path w="298552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298552" y="138"/>
                </a:moveTo>
                <a:lnTo>
                  <a:pt x="298552" y="11636"/>
                </a:lnTo>
                <a:cubicBezTo>
                  <a:pt x="298344" y="11511"/>
                  <a:pt x="298133" y="11506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4" y="189232"/>
                  <a:pt x="256525" y="205210"/>
                  <a:pt x="272877" y="215167"/>
                </a:cubicBezTo>
                <a:lnTo>
                  <a:pt x="298552" y="215277"/>
                </a:lnTo>
                <a:lnTo>
                  <a:pt x="298552" y="221928"/>
                </a:lnTo>
                <a:cubicBezTo>
                  <a:pt x="276711" y="221632"/>
                  <a:pt x="254816" y="229876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0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29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7" name="Oval 881"/>
          <p:cNvSpPr/>
          <p:nvPr/>
        </p:nvSpPr>
        <p:spPr>
          <a:xfrm>
            <a:off x="259749" y="-7683"/>
            <a:ext cx="127314" cy="63656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8" name="Oval 882"/>
          <p:cNvSpPr/>
          <p:nvPr/>
        </p:nvSpPr>
        <p:spPr>
          <a:xfrm>
            <a:off x="891654" y="-7683"/>
            <a:ext cx="127314" cy="63656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9" name="Oval 883"/>
          <p:cNvSpPr/>
          <p:nvPr/>
        </p:nvSpPr>
        <p:spPr>
          <a:xfrm>
            <a:off x="1523560" y="-7683"/>
            <a:ext cx="7620440" cy="63656"/>
          </a:xfrm>
          <a:custGeom>
            <a:avLst/>
            <a:gdLst/>
            <a:ahLst/>
            <a:cxnLst/>
            <a:rect l="l" t="t" r="r" b="b"/>
            <a:pathLst>
              <a:path w="10160587" h="84875">
                <a:moveTo>
                  <a:pt x="10110479" y="0"/>
                </a:moveTo>
                <a:lnTo>
                  <a:pt x="10160587" y="0"/>
                </a:lnTo>
                <a:lnTo>
                  <a:pt x="10160587" y="77038"/>
                </a:lnTo>
                <a:cubicBezTo>
                  <a:pt x="10130976" y="64066"/>
                  <a:pt x="10110479" y="34427"/>
                  <a:pt x="10110479" y="0"/>
                </a:cubicBezTo>
                <a:close/>
                <a:moveTo>
                  <a:pt x="9267940" y="0"/>
                </a:moveTo>
                <a:lnTo>
                  <a:pt x="9437692" y="0"/>
                </a:lnTo>
                <a:cubicBezTo>
                  <a:pt x="9437692" y="46875"/>
                  <a:pt x="9399692" y="84875"/>
                  <a:pt x="9352816" y="84875"/>
                </a:cubicBezTo>
                <a:cubicBezTo>
                  <a:pt x="9305940" y="84875"/>
                  <a:pt x="9267940" y="46875"/>
                  <a:pt x="9267940" y="0"/>
                </a:cubicBezTo>
                <a:close/>
                <a:moveTo>
                  <a:pt x="8425400" y="0"/>
                </a:moveTo>
                <a:lnTo>
                  <a:pt x="8595152" y="0"/>
                </a:lnTo>
                <a:cubicBezTo>
                  <a:pt x="8595152" y="46875"/>
                  <a:pt x="8557152" y="84875"/>
                  <a:pt x="8510276" y="84875"/>
                </a:cubicBezTo>
                <a:cubicBezTo>
                  <a:pt x="8463400" y="84875"/>
                  <a:pt x="8425400" y="46875"/>
                  <a:pt x="8425400" y="0"/>
                </a:cubicBezTo>
                <a:close/>
                <a:moveTo>
                  <a:pt x="7582860" y="0"/>
                </a:moveTo>
                <a:lnTo>
                  <a:pt x="7752612" y="0"/>
                </a:lnTo>
                <a:cubicBezTo>
                  <a:pt x="7752612" y="46875"/>
                  <a:pt x="7714612" y="84875"/>
                  <a:pt x="7667736" y="84875"/>
                </a:cubicBezTo>
                <a:cubicBezTo>
                  <a:pt x="7620860" y="84875"/>
                  <a:pt x="7582860" y="46875"/>
                  <a:pt x="7582860" y="0"/>
                </a:cubicBezTo>
                <a:close/>
                <a:moveTo>
                  <a:pt x="6740320" y="0"/>
                </a:moveTo>
                <a:lnTo>
                  <a:pt x="6910072" y="0"/>
                </a:lnTo>
                <a:cubicBezTo>
                  <a:pt x="6910072" y="46875"/>
                  <a:pt x="6872072" y="84875"/>
                  <a:pt x="6825196" y="84875"/>
                </a:cubicBezTo>
                <a:cubicBezTo>
                  <a:pt x="6778320" y="84875"/>
                  <a:pt x="6740320" y="46875"/>
                  <a:pt x="6740320" y="0"/>
                </a:cubicBezTo>
                <a:close/>
                <a:moveTo>
                  <a:pt x="5897780" y="0"/>
                </a:moveTo>
                <a:lnTo>
                  <a:pt x="6067532" y="0"/>
                </a:lnTo>
                <a:cubicBezTo>
                  <a:pt x="6067532" y="46875"/>
                  <a:pt x="6029532" y="84875"/>
                  <a:pt x="5982656" y="84875"/>
                </a:cubicBezTo>
                <a:cubicBezTo>
                  <a:pt x="5935780" y="84875"/>
                  <a:pt x="5897780" y="46875"/>
                  <a:pt x="5897780" y="0"/>
                </a:cubicBezTo>
                <a:close/>
                <a:moveTo>
                  <a:pt x="5055240" y="0"/>
                </a:moveTo>
                <a:lnTo>
                  <a:pt x="5224992" y="0"/>
                </a:lnTo>
                <a:cubicBezTo>
                  <a:pt x="5224992" y="46875"/>
                  <a:pt x="5186992" y="84875"/>
                  <a:pt x="5140116" y="84875"/>
                </a:cubicBezTo>
                <a:cubicBezTo>
                  <a:pt x="5093240" y="84875"/>
                  <a:pt x="5055240" y="46875"/>
                  <a:pt x="5055240" y="0"/>
                </a:cubicBezTo>
                <a:close/>
                <a:moveTo>
                  <a:pt x="4212700" y="0"/>
                </a:moveTo>
                <a:lnTo>
                  <a:pt x="4382452" y="0"/>
                </a:lnTo>
                <a:cubicBezTo>
                  <a:pt x="4382452" y="46875"/>
                  <a:pt x="4344452" y="84875"/>
                  <a:pt x="4297576" y="84875"/>
                </a:cubicBezTo>
                <a:cubicBezTo>
                  <a:pt x="4250700" y="84875"/>
                  <a:pt x="4212700" y="46875"/>
                  <a:pt x="4212700" y="0"/>
                </a:cubicBezTo>
                <a:close/>
                <a:moveTo>
                  <a:pt x="3370160" y="0"/>
                </a:moveTo>
                <a:lnTo>
                  <a:pt x="3539912" y="0"/>
                </a:lnTo>
                <a:cubicBezTo>
                  <a:pt x="3539912" y="46875"/>
                  <a:pt x="3501912" y="84875"/>
                  <a:pt x="3455036" y="84875"/>
                </a:cubicBezTo>
                <a:cubicBezTo>
                  <a:pt x="3408160" y="84875"/>
                  <a:pt x="3370160" y="46875"/>
                  <a:pt x="3370160" y="0"/>
                </a:cubicBezTo>
                <a:close/>
                <a:moveTo>
                  <a:pt x="2527620" y="0"/>
                </a:moveTo>
                <a:lnTo>
                  <a:pt x="2697372" y="0"/>
                </a:lnTo>
                <a:cubicBezTo>
                  <a:pt x="2697372" y="46875"/>
                  <a:pt x="2659372" y="84875"/>
                  <a:pt x="2612496" y="84875"/>
                </a:cubicBezTo>
                <a:cubicBezTo>
                  <a:pt x="2565620" y="84875"/>
                  <a:pt x="2527620" y="46875"/>
                  <a:pt x="2527620" y="0"/>
                </a:cubicBezTo>
                <a:close/>
                <a:moveTo>
                  <a:pt x="1685080" y="0"/>
                </a:moveTo>
                <a:lnTo>
                  <a:pt x="1854832" y="0"/>
                </a:lnTo>
                <a:cubicBezTo>
                  <a:pt x="1854832" y="46875"/>
                  <a:pt x="1816832" y="84875"/>
                  <a:pt x="1769956" y="84875"/>
                </a:cubicBezTo>
                <a:cubicBezTo>
                  <a:pt x="1723080" y="84875"/>
                  <a:pt x="1685080" y="46875"/>
                  <a:pt x="1685080" y="0"/>
                </a:cubicBezTo>
                <a:close/>
                <a:moveTo>
                  <a:pt x="842540" y="0"/>
                </a:moveTo>
                <a:lnTo>
                  <a:pt x="1012292" y="0"/>
                </a:lnTo>
                <a:cubicBezTo>
                  <a:pt x="1012292" y="46875"/>
                  <a:pt x="974292" y="84875"/>
                  <a:pt x="927416" y="84875"/>
                </a:cubicBezTo>
                <a:cubicBezTo>
                  <a:pt x="880540" y="84875"/>
                  <a:pt x="842540" y="46875"/>
                  <a:pt x="842540" y="0"/>
                </a:cubicBezTo>
                <a:close/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0" name="Teardrop 3"/>
          <p:cNvSpPr/>
          <p:nvPr/>
        </p:nvSpPr>
        <p:spPr>
          <a:xfrm rot="5400000" flipH="1" flipV="1">
            <a:off x="4832079" y="716279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1" name="Oval 1700"/>
          <p:cNvSpPr/>
          <p:nvPr/>
        </p:nvSpPr>
        <p:spPr>
          <a:xfrm>
            <a:off x="5340375" y="908517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02" name="Teardrop 3"/>
          <p:cNvSpPr/>
          <p:nvPr/>
        </p:nvSpPr>
        <p:spPr>
          <a:xfrm rot="5400000" flipH="1" flipV="1">
            <a:off x="-111581" y="827860"/>
            <a:ext cx="459486" cy="236325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3" name="Oval 1702"/>
          <p:cNvSpPr/>
          <p:nvPr/>
        </p:nvSpPr>
        <p:spPr>
          <a:xfrm>
            <a:off x="283095" y="908517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04" name="Teardrop 3"/>
          <p:cNvSpPr/>
          <p:nvPr/>
        </p:nvSpPr>
        <p:spPr>
          <a:xfrm rot="5400000" flipH="1" flipV="1">
            <a:off x="1040649" y="716279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5" name="Teardrop 3"/>
          <p:cNvSpPr/>
          <p:nvPr/>
        </p:nvSpPr>
        <p:spPr>
          <a:xfrm rot="5400000" flipH="1" flipV="1">
            <a:off x="1672554" y="716279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6" name="Teardrop 3"/>
          <p:cNvSpPr/>
          <p:nvPr/>
        </p:nvSpPr>
        <p:spPr>
          <a:xfrm rot="5400000" flipH="1" flipV="1">
            <a:off x="2304459" y="716279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7" name="Teardrop 3"/>
          <p:cNvSpPr/>
          <p:nvPr/>
        </p:nvSpPr>
        <p:spPr>
          <a:xfrm rot="5400000" flipH="1" flipV="1">
            <a:off x="2936364" y="716279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8" name="Teardrop 3"/>
          <p:cNvSpPr/>
          <p:nvPr/>
        </p:nvSpPr>
        <p:spPr>
          <a:xfrm rot="5400000" flipH="1" flipV="1">
            <a:off x="3568269" y="716279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9" name="Teardrop 3"/>
          <p:cNvSpPr/>
          <p:nvPr/>
        </p:nvSpPr>
        <p:spPr>
          <a:xfrm rot="5400000" flipH="1" flipV="1">
            <a:off x="4200174" y="716279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10" name="Oval 1709"/>
          <p:cNvSpPr/>
          <p:nvPr/>
        </p:nvSpPr>
        <p:spPr>
          <a:xfrm>
            <a:off x="915255" y="908517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1" name="Oval 1710"/>
          <p:cNvSpPr/>
          <p:nvPr/>
        </p:nvSpPr>
        <p:spPr>
          <a:xfrm>
            <a:off x="1547415" y="908517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2" name="Oval 1711"/>
          <p:cNvSpPr/>
          <p:nvPr/>
        </p:nvSpPr>
        <p:spPr>
          <a:xfrm>
            <a:off x="2179575" y="908517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3" name="Oval 1712"/>
          <p:cNvSpPr/>
          <p:nvPr/>
        </p:nvSpPr>
        <p:spPr>
          <a:xfrm>
            <a:off x="2811735" y="908517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4" name="Oval 1713"/>
          <p:cNvSpPr/>
          <p:nvPr/>
        </p:nvSpPr>
        <p:spPr>
          <a:xfrm>
            <a:off x="3443895" y="908517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5" name="Oval 1714"/>
          <p:cNvSpPr/>
          <p:nvPr/>
        </p:nvSpPr>
        <p:spPr>
          <a:xfrm>
            <a:off x="4076055" y="908517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6" name="Oval 1715"/>
          <p:cNvSpPr/>
          <p:nvPr/>
        </p:nvSpPr>
        <p:spPr>
          <a:xfrm>
            <a:off x="4708215" y="908517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7" name="Teardrop 3"/>
          <p:cNvSpPr/>
          <p:nvPr/>
        </p:nvSpPr>
        <p:spPr>
          <a:xfrm rot="5400000" flipH="1" flipV="1">
            <a:off x="6095889" y="716279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18" name="Oval 1717"/>
          <p:cNvSpPr/>
          <p:nvPr/>
        </p:nvSpPr>
        <p:spPr>
          <a:xfrm>
            <a:off x="6604695" y="908517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9" name="Teardrop 3"/>
          <p:cNvSpPr/>
          <p:nvPr/>
        </p:nvSpPr>
        <p:spPr>
          <a:xfrm rot="5400000" flipH="1" flipV="1">
            <a:off x="5463984" y="716279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0" name="Oval 1719"/>
          <p:cNvSpPr/>
          <p:nvPr/>
        </p:nvSpPr>
        <p:spPr>
          <a:xfrm>
            <a:off x="5972535" y="908517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1" name="Teardrop 3"/>
          <p:cNvSpPr/>
          <p:nvPr/>
        </p:nvSpPr>
        <p:spPr>
          <a:xfrm rot="5400000" flipH="1" flipV="1">
            <a:off x="7359699" y="716279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2" name="Oval 1721"/>
          <p:cNvSpPr/>
          <p:nvPr/>
        </p:nvSpPr>
        <p:spPr>
          <a:xfrm>
            <a:off x="7869015" y="908517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3" name="Teardrop 3"/>
          <p:cNvSpPr/>
          <p:nvPr/>
        </p:nvSpPr>
        <p:spPr>
          <a:xfrm rot="5400000" flipH="1" flipV="1">
            <a:off x="6727794" y="716279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4" name="Oval 1723"/>
          <p:cNvSpPr/>
          <p:nvPr/>
        </p:nvSpPr>
        <p:spPr>
          <a:xfrm>
            <a:off x="7236855" y="908517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5" name="Teardrop 3"/>
          <p:cNvSpPr/>
          <p:nvPr/>
        </p:nvSpPr>
        <p:spPr>
          <a:xfrm rot="5400000" flipH="1" flipV="1">
            <a:off x="8623508" y="716279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6" name="Teardrop 3"/>
          <p:cNvSpPr/>
          <p:nvPr/>
        </p:nvSpPr>
        <p:spPr>
          <a:xfrm rot="5400000" flipH="1" flipV="1">
            <a:off x="7991604" y="716279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7" name="Oval 1726"/>
          <p:cNvSpPr/>
          <p:nvPr/>
        </p:nvSpPr>
        <p:spPr>
          <a:xfrm>
            <a:off x="8501175" y="908517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8" name="Teardrop 3"/>
          <p:cNvSpPr/>
          <p:nvPr/>
        </p:nvSpPr>
        <p:spPr>
          <a:xfrm rot="5400000" flipH="1" flipV="1">
            <a:off x="408744" y="716279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9" name="Oval 1728"/>
          <p:cNvSpPr/>
          <p:nvPr/>
        </p:nvSpPr>
        <p:spPr>
          <a:xfrm>
            <a:off x="4998384" y="882897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0" name="Oval 1729"/>
          <p:cNvSpPr/>
          <p:nvPr/>
        </p:nvSpPr>
        <p:spPr>
          <a:xfrm>
            <a:off x="575049" y="882897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1" name="Oval 1730"/>
          <p:cNvSpPr/>
          <p:nvPr/>
        </p:nvSpPr>
        <p:spPr>
          <a:xfrm>
            <a:off x="1206954" y="882897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2" name="Oval 1731"/>
          <p:cNvSpPr/>
          <p:nvPr/>
        </p:nvSpPr>
        <p:spPr>
          <a:xfrm>
            <a:off x="1838859" y="882897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3" name="Oval 1732"/>
          <p:cNvSpPr/>
          <p:nvPr/>
        </p:nvSpPr>
        <p:spPr>
          <a:xfrm>
            <a:off x="2470764" y="882897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4" name="Oval 1733"/>
          <p:cNvSpPr/>
          <p:nvPr/>
        </p:nvSpPr>
        <p:spPr>
          <a:xfrm>
            <a:off x="3102669" y="882897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5" name="Oval 1734"/>
          <p:cNvSpPr/>
          <p:nvPr/>
        </p:nvSpPr>
        <p:spPr>
          <a:xfrm>
            <a:off x="3734574" y="882897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6" name="Oval 1735"/>
          <p:cNvSpPr/>
          <p:nvPr/>
        </p:nvSpPr>
        <p:spPr>
          <a:xfrm>
            <a:off x="4366479" y="882897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7" name="Oval 1736"/>
          <p:cNvSpPr/>
          <p:nvPr/>
        </p:nvSpPr>
        <p:spPr>
          <a:xfrm>
            <a:off x="6262194" y="882897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8" name="Oval 1737"/>
          <p:cNvSpPr/>
          <p:nvPr/>
        </p:nvSpPr>
        <p:spPr>
          <a:xfrm>
            <a:off x="5630289" y="882897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9" name="Oval 1738"/>
          <p:cNvSpPr/>
          <p:nvPr/>
        </p:nvSpPr>
        <p:spPr>
          <a:xfrm>
            <a:off x="7526004" y="882897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0" name="Oval 1739"/>
          <p:cNvSpPr/>
          <p:nvPr/>
        </p:nvSpPr>
        <p:spPr>
          <a:xfrm>
            <a:off x="6894099" y="882897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1" name="Oval 1740"/>
          <p:cNvSpPr/>
          <p:nvPr/>
        </p:nvSpPr>
        <p:spPr>
          <a:xfrm>
            <a:off x="8789813" y="882897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2" name="Oval 1741"/>
          <p:cNvSpPr/>
          <p:nvPr/>
        </p:nvSpPr>
        <p:spPr>
          <a:xfrm>
            <a:off x="8157909" y="882897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3" name="Teardrop 3"/>
          <p:cNvSpPr/>
          <p:nvPr/>
        </p:nvSpPr>
        <p:spPr>
          <a:xfrm rot="5400000" flipH="1" flipV="1">
            <a:off x="4515886" y="1031795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4" name="Teardrop 3"/>
          <p:cNvSpPr/>
          <p:nvPr/>
        </p:nvSpPr>
        <p:spPr>
          <a:xfrm rot="5400000" flipH="1" flipV="1">
            <a:off x="724457" y="1031795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5" name="Teardrop 3"/>
          <p:cNvSpPr/>
          <p:nvPr/>
        </p:nvSpPr>
        <p:spPr>
          <a:xfrm rot="5400000" flipH="1" flipV="1">
            <a:off x="1356362" y="1031795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6" name="Teardrop 3"/>
          <p:cNvSpPr/>
          <p:nvPr/>
        </p:nvSpPr>
        <p:spPr>
          <a:xfrm rot="5400000" flipH="1" flipV="1">
            <a:off x="1988267" y="1031795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7" name="Teardrop 3"/>
          <p:cNvSpPr/>
          <p:nvPr/>
        </p:nvSpPr>
        <p:spPr>
          <a:xfrm rot="5400000" flipH="1" flipV="1">
            <a:off x="2620172" y="1031795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8" name="Teardrop 3"/>
          <p:cNvSpPr/>
          <p:nvPr/>
        </p:nvSpPr>
        <p:spPr>
          <a:xfrm rot="5400000" flipH="1" flipV="1">
            <a:off x="3252077" y="1031795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9" name="Teardrop 3"/>
          <p:cNvSpPr/>
          <p:nvPr/>
        </p:nvSpPr>
        <p:spPr>
          <a:xfrm rot="5400000" flipH="1" flipV="1">
            <a:off x="3883982" y="1031795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0" name="Teardrop 3"/>
          <p:cNvSpPr/>
          <p:nvPr/>
        </p:nvSpPr>
        <p:spPr>
          <a:xfrm rot="5400000" flipH="1" flipV="1">
            <a:off x="5779697" y="1031795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1" name="Teardrop 3"/>
          <p:cNvSpPr/>
          <p:nvPr/>
        </p:nvSpPr>
        <p:spPr>
          <a:xfrm rot="5400000" flipH="1" flipV="1">
            <a:off x="5147792" y="1031795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2" name="Teardrop 3"/>
          <p:cNvSpPr/>
          <p:nvPr/>
        </p:nvSpPr>
        <p:spPr>
          <a:xfrm rot="5400000" flipH="1" flipV="1">
            <a:off x="7043507" y="1031795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3" name="Teardrop 3"/>
          <p:cNvSpPr/>
          <p:nvPr/>
        </p:nvSpPr>
        <p:spPr>
          <a:xfrm rot="5400000" flipH="1" flipV="1">
            <a:off x="6411602" y="1031795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4" name="Teardrop 3"/>
          <p:cNvSpPr/>
          <p:nvPr/>
        </p:nvSpPr>
        <p:spPr>
          <a:xfrm rot="5400000" flipH="1" flipV="1">
            <a:off x="8307316" y="1031795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5" name="Teardrop 3"/>
          <p:cNvSpPr/>
          <p:nvPr/>
        </p:nvSpPr>
        <p:spPr>
          <a:xfrm rot="5400000" flipH="1" flipV="1">
            <a:off x="7675412" y="1031795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6" name="Teardrop 3"/>
          <p:cNvSpPr/>
          <p:nvPr/>
        </p:nvSpPr>
        <p:spPr>
          <a:xfrm rot="5400000" flipH="1" flipV="1">
            <a:off x="92552" y="1031795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7" name="Teardrop 3"/>
          <p:cNvSpPr/>
          <p:nvPr/>
        </p:nvSpPr>
        <p:spPr>
          <a:xfrm rot="5400000" flipH="1" flipV="1">
            <a:off x="8820002" y="1148309"/>
            <a:ext cx="446836" cy="201161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8" name="Oval 1757"/>
          <p:cNvSpPr/>
          <p:nvPr/>
        </p:nvSpPr>
        <p:spPr>
          <a:xfrm>
            <a:off x="5314990" y="119738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9" name="Oval 1758"/>
          <p:cNvSpPr/>
          <p:nvPr/>
        </p:nvSpPr>
        <p:spPr>
          <a:xfrm>
            <a:off x="259750" y="119738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0" name="Oval 1759"/>
          <p:cNvSpPr/>
          <p:nvPr/>
        </p:nvSpPr>
        <p:spPr>
          <a:xfrm>
            <a:off x="891655" y="119738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1" name="Oval 1760"/>
          <p:cNvSpPr/>
          <p:nvPr/>
        </p:nvSpPr>
        <p:spPr>
          <a:xfrm>
            <a:off x="1523560" y="119738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2" name="Oval 1761"/>
          <p:cNvSpPr/>
          <p:nvPr/>
        </p:nvSpPr>
        <p:spPr>
          <a:xfrm>
            <a:off x="2155465" y="119738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3" name="Oval 1762"/>
          <p:cNvSpPr/>
          <p:nvPr/>
        </p:nvSpPr>
        <p:spPr>
          <a:xfrm>
            <a:off x="2787370" y="119738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4" name="Oval 1763"/>
          <p:cNvSpPr/>
          <p:nvPr/>
        </p:nvSpPr>
        <p:spPr>
          <a:xfrm>
            <a:off x="3419275" y="119738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5" name="Oval 1764"/>
          <p:cNvSpPr/>
          <p:nvPr/>
        </p:nvSpPr>
        <p:spPr>
          <a:xfrm>
            <a:off x="4051180" y="119738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6" name="Oval 1765"/>
          <p:cNvSpPr/>
          <p:nvPr/>
        </p:nvSpPr>
        <p:spPr>
          <a:xfrm>
            <a:off x="4683085" y="119738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7" name="Oval 1766"/>
          <p:cNvSpPr/>
          <p:nvPr/>
        </p:nvSpPr>
        <p:spPr>
          <a:xfrm>
            <a:off x="6578800" y="119738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8" name="Oval 1767"/>
          <p:cNvSpPr/>
          <p:nvPr/>
        </p:nvSpPr>
        <p:spPr>
          <a:xfrm>
            <a:off x="5946895" y="119738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9" name="Oval 1768"/>
          <p:cNvSpPr/>
          <p:nvPr/>
        </p:nvSpPr>
        <p:spPr>
          <a:xfrm>
            <a:off x="7842610" y="119738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0" name="Oval 1769"/>
          <p:cNvSpPr/>
          <p:nvPr/>
        </p:nvSpPr>
        <p:spPr>
          <a:xfrm>
            <a:off x="7210705" y="119738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1" name="Oval 1770"/>
          <p:cNvSpPr/>
          <p:nvPr/>
        </p:nvSpPr>
        <p:spPr>
          <a:xfrm>
            <a:off x="8474515" y="119738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2" name="Teardrop 3"/>
          <p:cNvSpPr/>
          <p:nvPr/>
        </p:nvSpPr>
        <p:spPr>
          <a:xfrm rot="5400000" flipH="1" flipV="1">
            <a:off x="4832079" y="1348227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3" name="Oval 1772"/>
          <p:cNvSpPr/>
          <p:nvPr/>
        </p:nvSpPr>
        <p:spPr>
          <a:xfrm>
            <a:off x="5340375" y="1540465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74" name="Teardrop 3"/>
          <p:cNvSpPr/>
          <p:nvPr/>
        </p:nvSpPr>
        <p:spPr>
          <a:xfrm rot="5400000" flipH="1" flipV="1">
            <a:off x="-111581" y="1459808"/>
            <a:ext cx="459486" cy="236325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5" name="Oval 1774"/>
          <p:cNvSpPr/>
          <p:nvPr/>
        </p:nvSpPr>
        <p:spPr>
          <a:xfrm>
            <a:off x="283095" y="1540465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76" name="Teardrop 3"/>
          <p:cNvSpPr/>
          <p:nvPr/>
        </p:nvSpPr>
        <p:spPr>
          <a:xfrm rot="5400000" flipH="1" flipV="1">
            <a:off x="1040649" y="1348227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7" name="Teardrop 3"/>
          <p:cNvSpPr/>
          <p:nvPr/>
        </p:nvSpPr>
        <p:spPr>
          <a:xfrm rot="5400000" flipH="1" flipV="1">
            <a:off x="1672554" y="1348227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8" name="Teardrop 3"/>
          <p:cNvSpPr/>
          <p:nvPr/>
        </p:nvSpPr>
        <p:spPr>
          <a:xfrm rot="5400000" flipH="1" flipV="1">
            <a:off x="2304459" y="1348227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9" name="Teardrop 3"/>
          <p:cNvSpPr/>
          <p:nvPr/>
        </p:nvSpPr>
        <p:spPr>
          <a:xfrm rot="5400000" flipH="1" flipV="1">
            <a:off x="2936364" y="1348227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0" name="Teardrop 3"/>
          <p:cNvSpPr/>
          <p:nvPr/>
        </p:nvSpPr>
        <p:spPr>
          <a:xfrm rot="5400000" flipH="1" flipV="1">
            <a:off x="3568269" y="1348227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1" name="Teardrop 3"/>
          <p:cNvSpPr/>
          <p:nvPr/>
        </p:nvSpPr>
        <p:spPr>
          <a:xfrm rot="5400000" flipH="1" flipV="1">
            <a:off x="4200174" y="1348227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2" name="Oval 1781"/>
          <p:cNvSpPr/>
          <p:nvPr/>
        </p:nvSpPr>
        <p:spPr>
          <a:xfrm>
            <a:off x="915255" y="1540465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3" name="Oval 1782"/>
          <p:cNvSpPr/>
          <p:nvPr/>
        </p:nvSpPr>
        <p:spPr>
          <a:xfrm>
            <a:off x="1547415" y="1540465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4" name="Oval 1783"/>
          <p:cNvSpPr/>
          <p:nvPr/>
        </p:nvSpPr>
        <p:spPr>
          <a:xfrm>
            <a:off x="2179575" y="1540465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5" name="Oval 1784"/>
          <p:cNvSpPr/>
          <p:nvPr/>
        </p:nvSpPr>
        <p:spPr>
          <a:xfrm>
            <a:off x="2811735" y="1540465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6" name="Oval 1785"/>
          <p:cNvSpPr/>
          <p:nvPr/>
        </p:nvSpPr>
        <p:spPr>
          <a:xfrm>
            <a:off x="3443895" y="1540465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7" name="Oval 1786"/>
          <p:cNvSpPr/>
          <p:nvPr/>
        </p:nvSpPr>
        <p:spPr>
          <a:xfrm>
            <a:off x="4076055" y="1540465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8" name="Oval 1787"/>
          <p:cNvSpPr/>
          <p:nvPr/>
        </p:nvSpPr>
        <p:spPr>
          <a:xfrm>
            <a:off x="4708215" y="1540465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9" name="Teardrop 3"/>
          <p:cNvSpPr/>
          <p:nvPr/>
        </p:nvSpPr>
        <p:spPr>
          <a:xfrm rot="5400000" flipH="1" flipV="1">
            <a:off x="6095889" y="1348227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0" name="Oval 1789"/>
          <p:cNvSpPr/>
          <p:nvPr/>
        </p:nvSpPr>
        <p:spPr>
          <a:xfrm>
            <a:off x="6604695" y="1540465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1" name="Teardrop 3"/>
          <p:cNvSpPr/>
          <p:nvPr/>
        </p:nvSpPr>
        <p:spPr>
          <a:xfrm rot="5400000" flipH="1" flipV="1">
            <a:off x="5463984" y="1348227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2" name="Oval 1791"/>
          <p:cNvSpPr/>
          <p:nvPr/>
        </p:nvSpPr>
        <p:spPr>
          <a:xfrm>
            <a:off x="5972535" y="1540465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3" name="Teardrop 3"/>
          <p:cNvSpPr/>
          <p:nvPr/>
        </p:nvSpPr>
        <p:spPr>
          <a:xfrm rot="5400000" flipH="1" flipV="1">
            <a:off x="7359699" y="1348227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4" name="Oval 1793"/>
          <p:cNvSpPr/>
          <p:nvPr/>
        </p:nvSpPr>
        <p:spPr>
          <a:xfrm>
            <a:off x="7869015" y="1540465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5" name="Teardrop 3"/>
          <p:cNvSpPr/>
          <p:nvPr/>
        </p:nvSpPr>
        <p:spPr>
          <a:xfrm rot="5400000" flipH="1" flipV="1">
            <a:off x="6727794" y="1348227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6" name="Oval 1795"/>
          <p:cNvSpPr/>
          <p:nvPr/>
        </p:nvSpPr>
        <p:spPr>
          <a:xfrm>
            <a:off x="7236855" y="1540465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7" name="Teardrop 3"/>
          <p:cNvSpPr/>
          <p:nvPr/>
        </p:nvSpPr>
        <p:spPr>
          <a:xfrm rot="5400000" flipH="1" flipV="1">
            <a:off x="8623508" y="1348227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8" name="Teardrop 3"/>
          <p:cNvSpPr/>
          <p:nvPr/>
        </p:nvSpPr>
        <p:spPr>
          <a:xfrm rot="5400000" flipH="1" flipV="1">
            <a:off x="7991604" y="1348227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9" name="Oval 1798"/>
          <p:cNvSpPr/>
          <p:nvPr/>
        </p:nvSpPr>
        <p:spPr>
          <a:xfrm>
            <a:off x="8501175" y="1540465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00" name="Teardrop 3"/>
          <p:cNvSpPr/>
          <p:nvPr/>
        </p:nvSpPr>
        <p:spPr>
          <a:xfrm rot="5400000" flipH="1" flipV="1">
            <a:off x="408744" y="1348227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1" name="Oval 1800"/>
          <p:cNvSpPr/>
          <p:nvPr/>
        </p:nvSpPr>
        <p:spPr>
          <a:xfrm>
            <a:off x="4998384" y="151484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2" name="Oval 1801"/>
          <p:cNvSpPr/>
          <p:nvPr/>
        </p:nvSpPr>
        <p:spPr>
          <a:xfrm>
            <a:off x="575049" y="151484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3" name="Oval 1802"/>
          <p:cNvSpPr/>
          <p:nvPr/>
        </p:nvSpPr>
        <p:spPr>
          <a:xfrm>
            <a:off x="1206954" y="151484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4" name="Oval 1803"/>
          <p:cNvSpPr/>
          <p:nvPr/>
        </p:nvSpPr>
        <p:spPr>
          <a:xfrm>
            <a:off x="1838859" y="151484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5" name="Oval 1804"/>
          <p:cNvSpPr/>
          <p:nvPr/>
        </p:nvSpPr>
        <p:spPr>
          <a:xfrm>
            <a:off x="2470764" y="151484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6" name="Oval 1805"/>
          <p:cNvSpPr/>
          <p:nvPr/>
        </p:nvSpPr>
        <p:spPr>
          <a:xfrm>
            <a:off x="3102669" y="151484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7" name="Oval 1806"/>
          <p:cNvSpPr/>
          <p:nvPr/>
        </p:nvSpPr>
        <p:spPr>
          <a:xfrm>
            <a:off x="3734574" y="151484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8" name="Oval 1807"/>
          <p:cNvSpPr/>
          <p:nvPr/>
        </p:nvSpPr>
        <p:spPr>
          <a:xfrm>
            <a:off x="4366479" y="151484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9" name="Oval 1808"/>
          <p:cNvSpPr/>
          <p:nvPr/>
        </p:nvSpPr>
        <p:spPr>
          <a:xfrm>
            <a:off x="6262194" y="151484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0" name="Oval 1809"/>
          <p:cNvSpPr/>
          <p:nvPr/>
        </p:nvSpPr>
        <p:spPr>
          <a:xfrm>
            <a:off x="5630289" y="151484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1" name="Oval 1810"/>
          <p:cNvSpPr/>
          <p:nvPr/>
        </p:nvSpPr>
        <p:spPr>
          <a:xfrm>
            <a:off x="7526004" y="151484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2" name="Oval 1811"/>
          <p:cNvSpPr/>
          <p:nvPr/>
        </p:nvSpPr>
        <p:spPr>
          <a:xfrm>
            <a:off x="6894099" y="151484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3" name="Oval 1812"/>
          <p:cNvSpPr/>
          <p:nvPr/>
        </p:nvSpPr>
        <p:spPr>
          <a:xfrm>
            <a:off x="8789813" y="151484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4" name="Oval 1813"/>
          <p:cNvSpPr/>
          <p:nvPr/>
        </p:nvSpPr>
        <p:spPr>
          <a:xfrm>
            <a:off x="8157909" y="151484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5" name="Teardrop 3"/>
          <p:cNvSpPr/>
          <p:nvPr/>
        </p:nvSpPr>
        <p:spPr>
          <a:xfrm rot="5400000" flipH="1" flipV="1">
            <a:off x="4515886" y="1663743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6" name="Teardrop 3"/>
          <p:cNvSpPr/>
          <p:nvPr/>
        </p:nvSpPr>
        <p:spPr>
          <a:xfrm rot="5400000" flipH="1" flipV="1">
            <a:off x="724457" y="1663743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7" name="Teardrop 3"/>
          <p:cNvSpPr/>
          <p:nvPr/>
        </p:nvSpPr>
        <p:spPr>
          <a:xfrm rot="5400000" flipH="1" flipV="1">
            <a:off x="1356362" y="1663743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8" name="Teardrop 3"/>
          <p:cNvSpPr/>
          <p:nvPr/>
        </p:nvSpPr>
        <p:spPr>
          <a:xfrm rot="5400000" flipH="1" flipV="1">
            <a:off x="1988267" y="1663743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9" name="Teardrop 3"/>
          <p:cNvSpPr/>
          <p:nvPr/>
        </p:nvSpPr>
        <p:spPr>
          <a:xfrm rot="5400000" flipH="1" flipV="1">
            <a:off x="2620172" y="1663743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0" name="Teardrop 3"/>
          <p:cNvSpPr/>
          <p:nvPr/>
        </p:nvSpPr>
        <p:spPr>
          <a:xfrm rot="5400000" flipH="1" flipV="1">
            <a:off x="3252077" y="1663743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1" name="Teardrop 3"/>
          <p:cNvSpPr/>
          <p:nvPr/>
        </p:nvSpPr>
        <p:spPr>
          <a:xfrm rot="5400000" flipH="1" flipV="1">
            <a:off x="3883982" y="1663743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2" name="Teardrop 3"/>
          <p:cNvSpPr/>
          <p:nvPr/>
        </p:nvSpPr>
        <p:spPr>
          <a:xfrm rot="5400000" flipH="1" flipV="1">
            <a:off x="5779697" y="1663743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3" name="Teardrop 3"/>
          <p:cNvSpPr/>
          <p:nvPr/>
        </p:nvSpPr>
        <p:spPr>
          <a:xfrm rot="5400000" flipH="1" flipV="1">
            <a:off x="5147792" y="1663743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4" name="Teardrop 3"/>
          <p:cNvSpPr/>
          <p:nvPr/>
        </p:nvSpPr>
        <p:spPr>
          <a:xfrm rot="5400000" flipH="1" flipV="1">
            <a:off x="7043507" y="1663743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5" name="Teardrop 3"/>
          <p:cNvSpPr/>
          <p:nvPr/>
        </p:nvSpPr>
        <p:spPr>
          <a:xfrm rot="5400000" flipH="1" flipV="1">
            <a:off x="6411602" y="1663743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6" name="Teardrop 3"/>
          <p:cNvSpPr/>
          <p:nvPr/>
        </p:nvSpPr>
        <p:spPr>
          <a:xfrm rot="5400000" flipH="1" flipV="1">
            <a:off x="8307316" y="1663743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7" name="Teardrop 3"/>
          <p:cNvSpPr/>
          <p:nvPr/>
        </p:nvSpPr>
        <p:spPr>
          <a:xfrm rot="5400000" flipH="1" flipV="1">
            <a:off x="7675412" y="1663743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8" name="Teardrop 3"/>
          <p:cNvSpPr/>
          <p:nvPr/>
        </p:nvSpPr>
        <p:spPr>
          <a:xfrm rot="5400000" flipH="1" flipV="1">
            <a:off x="92552" y="1663743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9" name="Teardrop 3"/>
          <p:cNvSpPr/>
          <p:nvPr/>
        </p:nvSpPr>
        <p:spPr>
          <a:xfrm rot="5400000" flipH="1" flipV="1">
            <a:off x="8820002" y="1780255"/>
            <a:ext cx="446835" cy="201161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0" name="Oval 1829"/>
          <p:cNvSpPr/>
          <p:nvPr/>
        </p:nvSpPr>
        <p:spPr>
          <a:xfrm>
            <a:off x="5314990" y="1829333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1" name="Oval 1830"/>
          <p:cNvSpPr/>
          <p:nvPr/>
        </p:nvSpPr>
        <p:spPr>
          <a:xfrm>
            <a:off x="259750" y="1829333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2" name="Oval 1831"/>
          <p:cNvSpPr/>
          <p:nvPr/>
        </p:nvSpPr>
        <p:spPr>
          <a:xfrm>
            <a:off x="891655" y="1829333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3" name="Oval 1832"/>
          <p:cNvSpPr/>
          <p:nvPr/>
        </p:nvSpPr>
        <p:spPr>
          <a:xfrm>
            <a:off x="1523560" y="1829333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4" name="Oval 1833"/>
          <p:cNvSpPr/>
          <p:nvPr/>
        </p:nvSpPr>
        <p:spPr>
          <a:xfrm>
            <a:off x="2155465" y="1829333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5" name="Oval 1834"/>
          <p:cNvSpPr/>
          <p:nvPr/>
        </p:nvSpPr>
        <p:spPr>
          <a:xfrm>
            <a:off x="2787370" y="1829333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6" name="Oval 1835"/>
          <p:cNvSpPr/>
          <p:nvPr/>
        </p:nvSpPr>
        <p:spPr>
          <a:xfrm>
            <a:off x="3419275" y="1829333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7" name="Oval 1836"/>
          <p:cNvSpPr/>
          <p:nvPr/>
        </p:nvSpPr>
        <p:spPr>
          <a:xfrm>
            <a:off x="4051180" y="1829333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8" name="Oval 1837"/>
          <p:cNvSpPr/>
          <p:nvPr/>
        </p:nvSpPr>
        <p:spPr>
          <a:xfrm>
            <a:off x="4683085" y="1829333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9" name="Oval 1838"/>
          <p:cNvSpPr/>
          <p:nvPr/>
        </p:nvSpPr>
        <p:spPr>
          <a:xfrm>
            <a:off x="6578800" y="1829333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0" name="Oval 1839"/>
          <p:cNvSpPr/>
          <p:nvPr/>
        </p:nvSpPr>
        <p:spPr>
          <a:xfrm>
            <a:off x="5946895" y="1829333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1" name="Oval 1840"/>
          <p:cNvSpPr/>
          <p:nvPr/>
        </p:nvSpPr>
        <p:spPr>
          <a:xfrm>
            <a:off x="7842610" y="1829333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2" name="Oval 1841"/>
          <p:cNvSpPr/>
          <p:nvPr/>
        </p:nvSpPr>
        <p:spPr>
          <a:xfrm>
            <a:off x="7210705" y="1829333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3" name="Oval 1842"/>
          <p:cNvSpPr/>
          <p:nvPr/>
        </p:nvSpPr>
        <p:spPr>
          <a:xfrm>
            <a:off x="8474515" y="1829333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4" name="Teardrop 3"/>
          <p:cNvSpPr/>
          <p:nvPr/>
        </p:nvSpPr>
        <p:spPr>
          <a:xfrm rot="5400000" flipH="1" flipV="1">
            <a:off x="4832079" y="198473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5" name="Oval 1844"/>
          <p:cNvSpPr/>
          <p:nvPr/>
        </p:nvSpPr>
        <p:spPr>
          <a:xfrm>
            <a:off x="5340375" y="2176969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46" name="Teardrop 3"/>
          <p:cNvSpPr/>
          <p:nvPr/>
        </p:nvSpPr>
        <p:spPr>
          <a:xfrm rot="5400000" flipH="1" flipV="1">
            <a:off x="-111581" y="2096312"/>
            <a:ext cx="459486" cy="236325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7" name="Oval 1846"/>
          <p:cNvSpPr/>
          <p:nvPr/>
        </p:nvSpPr>
        <p:spPr>
          <a:xfrm>
            <a:off x="283095" y="2176969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48" name="Teardrop 3"/>
          <p:cNvSpPr/>
          <p:nvPr/>
        </p:nvSpPr>
        <p:spPr>
          <a:xfrm rot="5400000" flipH="1" flipV="1">
            <a:off x="1040649" y="198473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9" name="Teardrop 3"/>
          <p:cNvSpPr/>
          <p:nvPr/>
        </p:nvSpPr>
        <p:spPr>
          <a:xfrm rot="5400000" flipH="1" flipV="1">
            <a:off x="1672554" y="198473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0" name="Teardrop 3"/>
          <p:cNvSpPr/>
          <p:nvPr/>
        </p:nvSpPr>
        <p:spPr>
          <a:xfrm rot="5400000" flipH="1" flipV="1">
            <a:off x="2304459" y="198473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1" name="Teardrop 3"/>
          <p:cNvSpPr/>
          <p:nvPr/>
        </p:nvSpPr>
        <p:spPr>
          <a:xfrm rot="5400000" flipH="1" flipV="1">
            <a:off x="2936364" y="198473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2" name="Teardrop 3"/>
          <p:cNvSpPr/>
          <p:nvPr/>
        </p:nvSpPr>
        <p:spPr>
          <a:xfrm rot="5400000" flipH="1" flipV="1">
            <a:off x="3568269" y="198473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3" name="Teardrop 3"/>
          <p:cNvSpPr/>
          <p:nvPr/>
        </p:nvSpPr>
        <p:spPr>
          <a:xfrm rot="5400000" flipH="1" flipV="1">
            <a:off x="4200174" y="198473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4" name="Oval 1853"/>
          <p:cNvSpPr/>
          <p:nvPr/>
        </p:nvSpPr>
        <p:spPr>
          <a:xfrm>
            <a:off x="915255" y="2176969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5" name="Oval 1854"/>
          <p:cNvSpPr/>
          <p:nvPr/>
        </p:nvSpPr>
        <p:spPr>
          <a:xfrm>
            <a:off x="1547415" y="2176969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6" name="Oval 1855"/>
          <p:cNvSpPr/>
          <p:nvPr/>
        </p:nvSpPr>
        <p:spPr>
          <a:xfrm>
            <a:off x="2179575" y="2176969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7" name="Oval 1856"/>
          <p:cNvSpPr/>
          <p:nvPr/>
        </p:nvSpPr>
        <p:spPr>
          <a:xfrm>
            <a:off x="2811735" y="2176969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8" name="Oval 1857"/>
          <p:cNvSpPr/>
          <p:nvPr/>
        </p:nvSpPr>
        <p:spPr>
          <a:xfrm>
            <a:off x="3443895" y="2176969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9" name="Oval 1858"/>
          <p:cNvSpPr/>
          <p:nvPr/>
        </p:nvSpPr>
        <p:spPr>
          <a:xfrm>
            <a:off x="4076055" y="2176969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0" name="Oval 1859"/>
          <p:cNvSpPr/>
          <p:nvPr/>
        </p:nvSpPr>
        <p:spPr>
          <a:xfrm>
            <a:off x="4708215" y="2176969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1" name="Teardrop 3"/>
          <p:cNvSpPr/>
          <p:nvPr/>
        </p:nvSpPr>
        <p:spPr>
          <a:xfrm rot="5400000" flipH="1" flipV="1">
            <a:off x="6095889" y="198473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2" name="Oval 1861"/>
          <p:cNvSpPr/>
          <p:nvPr/>
        </p:nvSpPr>
        <p:spPr>
          <a:xfrm>
            <a:off x="6604695" y="2176969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3" name="Teardrop 3"/>
          <p:cNvSpPr/>
          <p:nvPr/>
        </p:nvSpPr>
        <p:spPr>
          <a:xfrm rot="5400000" flipH="1" flipV="1">
            <a:off x="5463984" y="198473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4" name="Oval 1863"/>
          <p:cNvSpPr/>
          <p:nvPr/>
        </p:nvSpPr>
        <p:spPr>
          <a:xfrm>
            <a:off x="5972535" y="2176969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5" name="Teardrop 3"/>
          <p:cNvSpPr/>
          <p:nvPr/>
        </p:nvSpPr>
        <p:spPr>
          <a:xfrm rot="5400000" flipH="1" flipV="1">
            <a:off x="7359699" y="198473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6" name="Oval 1865"/>
          <p:cNvSpPr/>
          <p:nvPr/>
        </p:nvSpPr>
        <p:spPr>
          <a:xfrm>
            <a:off x="7869015" y="2176969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7" name="Teardrop 3"/>
          <p:cNvSpPr/>
          <p:nvPr/>
        </p:nvSpPr>
        <p:spPr>
          <a:xfrm rot="5400000" flipH="1" flipV="1">
            <a:off x="6727794" y="198473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8" name="Oval 1867"/>
          <p:cNvSpPr/>
          <p:nvPr/>
        </p:nvSpPr>
        <p:spPr>
          <a:xfrm>
            <a:off x="7236855" y="2176969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9" name="Teardrop 3"/>
          <p:cNvSpPr/>
          <p:nvPr/>
        </p:nvSpPr>
        <p:spPr>
          <a:xfrm rot="5400000" flipH="1" flipV="1">
            <a:off x="8623508" y="198473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0" name="Teardrop 3"/>
          <p:cNvSpPr/>
          <p:nvPr/>
        </p:nvSpPr>
        <p:spPr>
          <a:xfrm rot="5400000" flipH="1" flipV="1">
            <a:off x="7991604" y="198473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1" name="Oval 1870"/>
          <p:cNvSpPr/>
          <p:nvPr/>
        </p:nvSpPr>
        <p:spPr>
          <a:xfrm>
            <a:off x="8501175" y="2176969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72" name="Teardrop 3"/>
          <p:cNvSpPr/>
          <p:nvPr/>
        </p:nvSpPr>
        <p:spPr>
          <a:xfrm rot="5400000" flipH="1" flipV="1">
            <a:off x="408744" y="198473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3" name="Oval 1872"/>
          <p:cNvSpPr/>
          <p:nvPr/>
        </p:nvSpPr>
        <p:spPr>
          <a:xfrm>
            <a:off x="4998384" y="2151350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4" name="Oval 1873"/>
          <p:cNvSpPr/>
          <p:nvPr/>
        </p:nvSpPr>
        <p:spPr>
          <a:xfrm>
            <a:off x="575049" y="2151350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5" name="Oval 1874"/>
          <p:cNvSpPr/>
          <p:nvPr/>
        </p:nvSpPr>
        <p:spPr>
          <a:xfrm>
            <a:off x="1206954" y="2151350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6" name="Oval 1875"/>
          <p:cNvSpPr/>
          <p:nvPr/>
        </p:nvSpPr>
        <p:spPr>
          <a:xfrm>
            <a:off x="1838859" y="2151350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7" name="Oval 1876"/>
          <p:cNvSpPr/>
          <p:nvPr/>
        </p:nvSpPr>
        <p:spPr>
          <a:xfrm>
            <a:off x="2470764" y="2151350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8" name="Oval 1877"/>
          <p:cNvSpPr/>
          <p:nvPr/>
        </p:nvSpPr>
        <p:spPr>
          <a:xfrm>
            <a:off x="3102669" y="2151350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9" name="Oval 1878"/>
          <p:cNvSpPr/>
          <p:nvPr/>
        </p:nvSpPr>
        <p:spPr>
          <a:xfrm>
            <a:off x="3734574" y="2151350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0" name="Oval 1879"/>
          <p:cNvSpPr/>
          <p:nvPr/>
        </p:nvSpPr>
        <p:spPr>
          <a:xfrm>
            <a:off x="4366479" y="2151350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1" name="Oval 1880"/>
          <p:cNvSpPr/>
          <p:nvPr/>
        </p:nvSpPr>
        <p:spPr>
          <a:xfrm>
            <a:off x="6262194" y="2151350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2" name="Oval 1881"/>
          <p:cNvSpPr/>
          <p:nvPr/>
        </p:nvSpPr>
        <p:spPr>
          <a:xfrm>
            <a:off x="5630289" y="2151350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3" name="Oval 1882"/>
          <p:cNvSpPr/>
          <p:nvPr/>
        </p:nvSpPr>
        <p:spPr>
          <a:xfrm>
            <a:off x="7526004" y="2151350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4" name="Oval 1883"/>
          <p:cNvSpPr/>
          <p:nvPr/>
        </p:nvSpPr>
        <p:spPr>
          <a:xfrm>
            <a:off x="6894099" y="2151350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5" name="Oval 1884"/>
          <p:cNvSpPr/>
          <p:nvPr/>
        </p:nvSpPr>
        <p:spPr>
          <a:xfrm>
            <a:off x="8789813" y="2151350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6" name="Oval 1885"/>
          <p:cNvSpPr/>
          <p:nvPr/>
        </p:nvSpPr>
        <p:spPr>
          <a:xfrm>
            <a:off x="8157909" y="2151350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7" name="Teardrop 3"/>
          <p:cNvSpPr/>
          <p:nvPr/>
        </p:nvSpPr>
        <p:spPr>
          <a:xfrm rot="5400000" flipH="1" flipV="1">
            <a:off x="4515886" y="2301434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8" name="Teardrop 3"/>
          <p:cNvSpPr/>
          <p:nvPr/>
        </p:nvSpPr>
        <p:spPr>
          <a:xfrm rot="5400000" flipH="1" flipV="1">
            <a:off x="724457" y="2301434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9" name="Teardrop 3"/>
          <p:cNvSpPr/>
          <p:nvPr/>
        </p:nvSpPr>
        <p:spPr>
          <a:xfrm rot="5400000" flipH="1" flipV="1">
            <a:off x="1356362" y="2301434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0" name="Teardrop 3"/>
          <p:cNvSpPr/>
          <p:nvPr/>
        </p:nvSpPr>
        <p:spPr>
          <a:xfrm rot="5400000" flipH="1" flipV="1">
            <a:off x="1988267" y="2301434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1" name="Teardrop 3"/>
          <p:cNvSpPr/>
          <p:nvPr/>
        </p:nvSpPr>
        <p:spPr>
          <a:xfrm rot="5400000" flipH="1" flipV="1">
            <a:off x="2620172" y="2301434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2" name="Teardrop 3"/>
          <p:cNvSpPr/>
          <p:nvPr/>
        </p:nvSpPr>
        <p:spPr>
          <a:xfrm rot="5400000" flipH="1" flipV="1">
            <a:off x="3252077" y="2301434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3" name="Teardrop 3"/>
          <p:cNvSpPr/>
          <p:nvPr/>
        </p:nvSpPr>
        <p:spPr>
          <a:xfrm rot="5400000" flipH="1" flipV="1">
            <a:off x="3883982" y="2301434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4" name="Teardrop 3"/>
          <p:cNvSpPr/>
          <p:nvPr/>
        </p:nvSpPr>
        <p:spPr>
          <a:xfrm rot="5400000" flipH="1" flipV="1">
            <a:off x="5779697" y="2301434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5" name="Teardrop 3"/>
          <p:cNvSpPr/>
          <p:nvPr/>
        </p:nvSpPr>
        <p:spPr>
          <a:xfrm rot="5400000" flipH="1" flipV="1">
            <a:off x="5147792" y="2301434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6" name="Teardrop 3"/>
          <p:cNvSpPr/>
          <p:nvPr/>
        </p:nvSpPr>
        <p:spPr>
          <a:xfrm rot="5400000" flipH="1" flipV="1">
            <a:off x="7043507" y="2301434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7" name="Teardrop 3"/>
          <p:cNvSpPr/>
          <p:nvPr/>
        </p:nvSpPr>
        <p:spPr>
          <a:xfrm rot="5400000" flipH="1" flipV="1">
            <a:off x="6411602" y="2301434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8" name="Teardrop 3"/>
          <p:cNvSpPr/>
          <p:nvPr/>
        </p:nvSpPr>
        <p:spPr>
          <a:xfrm rot="5400000" flipH="1" flipV="1">
            <a:off x="8307316" y="2301434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9" name="Teardrop 3"/>
          <p:cNvSpPr/>
          <p:nvPr/>
        </p:nvSpPr>
        <p:spPr>
          <a:xfrm rot="5400000" flipH="1" flipV="1">
            <a:off x="7675412" y="2301434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0" name="Teardrop 3"/>
          <p:cNvSpPr/>
          <p:nvPr/>
        </p:nvSpPr>
        <p:spPr>
          <a:xfrm rot="5400000" flipH="1" flipV="1">
            <a:off x="92552" y="2301434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1" name="Teardrop 3"/>
          <p:cNvSpPr/>
          <p:nvPr/>
        </p:nvSpPr>
        <p:spPr>
          <a:xfrm rot="5400000" flipH="1" flipV="1">
            <a:off x="8820002" y="2417948"/>
            <a:ext cx="446836" cy="201161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2" name="Oval 1901"/>
          <p:cNvSpPr/>
          <p:nvPr/>
        </p:nvSpPr>
        <p:spPr>
          <a:xfrm>
            <a:off x="5314990" y="246702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3" name="Oval 1902"/>
          <p:cNvSpPr/>
          <p:nvPr/>
        </p:nvSpPr>
        <p:spPr>
          <a:xfrm>
            <a:off x="259750" y="246702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4" name="Oval 1903"/>
          <p:cNvSpPr/>
          <p:nvPr/>
        </p:nvSpPr>
        <p:spPr>
          <a:xfrm>
            <a:off x="891655" y="246702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5" name="Oval 1904"/>
          <p:cNvSpPr/>
          <p:nvPr/>
        </p:nvSpPr>
        <p:spPr>
          <a:xfrm>
            <a:off x="1523560" y="246702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6" name="Oval 1905"/>
          <p:cNvSpPr/>
          <p:nvPr/>
        </p:nvSpPr>
        <p:spPr>
          <a:xfrm>
            <a:off x="2155465" y="246702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7" name="Oval 1906"/>
          <p:cNvSpPr/>
          <p:nvPr/>
        </p:nvSpPr>
        <p:spPr>
          <a:xfrm>
            <a:off x="2787370" y="246702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8" name="Oval 1907"/>
          <p:cNvSpPr/>
          <p:nvPr/>
        </p:nvSpPr>
        <p:spPr>
          <a:xfrm>
            <a:off x="3419275" y="246702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9" name="Oval 1908"/>
          <p:cNvSpPr/>
          <p:nvPr/>
        </p:nvSpPr>
        <p:spPr>
          <a:xfrm>
            <a:off x="4051180" y="246702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0" name="Oval 1909"/>
          <p:cNvSpPr/>
          <p:nvPr/>
        </p:nvSpPr>
        <p:spPr>
          <a:xfrm>
            <a:off x="4683085" y="246702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1" name="Oval 1910"/>
          <p:cNvSpPr/>
          <p:nvPr/>
        </p:nvSpPr>
        <p:spPr>
          <a:xfrm>
            <a:off x="6578800" y="246702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2" name="Oval 1911"/>
          <p:cNvSpPr/>
          <p:nvPr/>
        </p:nvSpPr>
        <p:spPr>
          <a:xfrm>
            <a:off x="5946895" y="246702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3" name="Oval 1912"/>
          <p:cNvSpPr/>
          <p:nvPr/>
        </p:nvSpPr>
        <p:spPr>
          <a:xfrm>
            <a:off x="7842610" y="246702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4" name="Oval 1913"/>
          <p:cNvSpPr/>
          <p:nvPr/>
        </p:nvSpPr>
        <p:spPr>
          <a:xfrm>
            <a:off x="7210705" y="246702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5" name="Oval 1914"/>
          <p:cNvSpPr/>
          <p:nvPr/>
        </p:nvSpPr>
        <p:spPr>
          <a:xfrm>
            <a:off x="8474515" y="246702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6" name="Teardrop 3"/>
          <p:cNvSpPr/>
          <p:nvPr/>
        </p:nvSpPr>
        <p:spPr>
          <a:xfrm rot="5400000" flipH="1" flipV="1">
            <a:off x="4832079" y="261786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7" name="Oval 1916"/>
          <p:cNvSpPr/>
          <p:nvPr/>
        </p:nvSpPr>
        <p:spPr>
          <a:xfrm>
            <a:off x="5340375" y="281010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18" name="Teardrop 3"/>
          <p:cNvSpPr/>
          <p:nvPr/>
        </p:nvSpPr>
        <p:spPr>
          <a:xfrm rot="5400000" flipH="1" flipV="1">
            <a:off x="-111581" y="2729446"/>
            <a:ext cx="459486" cy="236325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9" name="Oval 1918"/>
          <p:cNvSpPr/>
          <p:nvPr/>
        </p:nvSpPr>
        <p:spPr>
          <a:xfrm>
            <a:off x="283095" y="281010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0" name="Teardrop 3"/>
          <p:cNvSpPr/>
          <p:nvPr/>
        </p:nvSpPr>
        <p:spPr>
          <a:xfrm rot="5400000" flipH="1" flipV="1">
            <a:off x="1040649" y="261786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1" name="Teardrop 3"/>
          <p:cNvSpPr/>
          <p:nvPr/>
        </p:nvSpPr>
        <p:spPr>
          <a:xfrm rot="5400000" flipH="1" flipV="1">
            <a:off x="1672554" y="261786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2" name="Teardrop 3"/>
          <p:cNvSpPr/>
          <p:nvPr/>
        </p:nvSpPr>
        <p:spPr>
          <a:xfrm rot="5400000" flipH="1" flipV="1">
            <a:off x="2304459" y="261786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3" name="Teardrop 3"/>
          <p:cNvSpPr/>
          <p:nvPr/>
        </p:nvSpPr>
        <p:spPr>
          <a:xfrm rot="5400000" flipH="1" flipV="1">
            <a:off x="2936364" y="261786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4" name="Teardrop 3"/>
          <p:cNvSpPr/>
          <p:nvPr/>
        </p:nvSpPr>
        <p:spPr>
          <a:xfrm rot="5400000" flipH="1" flipV="1">
            <a:off x="3568269" y="261786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5" name="Teardrop 3"/>
          <p:cNvSpPr/>
          <p:nvPr/>
        </p:nvSpPr>
        <p:spPr>
          <a:xfrm rot="5400000" flipH="1" flipV="1">
            <a:off x="4200174" y="261786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6" name="Oval 1925"/>
          <p:cNvSpPr/>
          <p:nvPr/>
        </p:nvSpPr>
        <p:spPr>
          <a:xfrm>
            <a:off x="915255" y="281010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7" name="Oval 1926"/>
          <p:cNvSpPr/>
          <p:nvPr/>
        </p:nvSpPr>
        <p:spPr>
          <a:xfrm>
            <a:off x="1547415" y="281010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8" name="Oval 1927"/>
          <p:cNvSpPr/>
          <p:nvPr/>
        </p:nvSpPr>
        <p:spPr>
          <a:xfrm>
            <a:off x="2179575" y="281010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9" name="Oval 1928"/>
          <p:cNvSpPr/>
          <p:nvPr/>
        </p:nvSpPr>
        <p:spPr>
          <a:xfrm>
            <a:off x="2811735" y="281010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0" name="Oval 1929"/>
          <p:cNvSpPr/>
          <p:nvPr/>
        </p:nvSpPr>
        <p:spPr>
          <a:xfrm>
            <a:off x="3443895" y="281010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1" name="Oval 1930"/>
          <p:cNvSpPr/>
          <p:nvPr/>
        </p:nvSpPr>
        <p:spPr>
          <a:xfrm>
            <a:off x="4076055" y="281010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2" name="Oval 1931"/>
          <p:cNvSpPr/>
          <p:nvPr/>
        </p:nvSpPr>
        <p:spPr>
          <a:xfrm>
            <a:off x="4708215" y="281010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3" name="Teardrop 3"/>
          <p:cNvSpPr/>
          <p:nvPr/>
        </p:nvSpPr>
        <p:spPr>
          <a:xfrm rot="5400000" flipH="1" flipV="1">
            <a:off x="6095889" y="261786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4" name="Oval 1933"/>
          <p:cNvSpPr/>
          <p:nvPr/>
        </p:nvSpPr>
        <p:spPr>
          <a:xfrm>
            <a:off x="6604695" y="281010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5" name="Teardrop 3"/>
          <p:cNvSpPr/>
          <p:nvPr/>
        </p:nvSpPr>
        <p:spPr>
          <a:xfrm rot="5400000" flipH="1" flipV="1">
            <a:off x="5463984" y="261786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6" name="Oval 1935"/>
          <p:cNvSpPr/>
          <p:nvPr/>
        </p:nvSpPr>
        <p:spPr>
          <a:xfrm>
            <a:off x="5972535" y="281010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7" name="Teardrop 3"/>
          <p:cNvSpPr/>
          <p:nvPr/>
        </p:nvSpPr>
        <p:spPr>
          <a:xfrm rot="5400000" flipH="1" flipV="1">
            <a:off x="7359699" y="261786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8" name="Oval 1937"/>
          <p:cNvSpPr/>
          <p:nvPr/>
        </p:nvSpPr>
        <p:spPr>
          <a:xfrm>
            <a:off x="7869015" y="281010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9" name="Teardrop 3"/>
          <p:cNvSpPr/>
          <p:nvPr/>
        </p:nvSpPr>
        <p:spPr>
          <a:xfrm rot="5400000" flipH="1" flipV="1">
            <a:off x="6727794" y="261786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0" name="Oval 1939"/>
          <p:cNvSpPr/>
          <p:nvPr/>
        </p:nvSpPr>
        <p:spPr>
          <a:xfrm>
            <a:off x="7236855" y="281010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41" name="Teardrop 3"/>
          <p:cNvSpPr/>
          <p:nvPr/>
        </p:nvSpPr>
        <p:spPr>
          <a:xfrm rot="5400000" flipH="1" flipV="1">
            <a:off x="8623508" y="261786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2" name="Teardrop 3"/>
          <p:cNvSpPr/>
          <p:nvPr/>
        </p:nvSpPr>
        <p:spPr>
          <a:xfrm rot="5400000" flipH="1" flipV="1">
            <a:off x="7991604" y="261786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3" name="Oval 1942"/>
          <p:cNvSpPr/>
          <p:nvPr/>
        </p:nvSpPr>
        <p:spPr>
          <a:xfrm>
            <a:off x="8501175" y="281010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44" name="Teardrop 3"/>
          <p:cNvSpPr/>
          <p:nvPr/>
        </p:nvSpPr>
        <p:spPr>
          <a:xfrm rot="5400000" flipH="1" flipV="1">
            <a:off x="408744" y="261786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5" name="Oval 1944"/>
          <p:cNvSpPr/>
          <p:nvPr/>
        </p:nvSpPr>
        <p:spPr>
          <a:xfrm>
            <a:off x="4998384" y="278448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6" name="Oval 1945"/>
          <p:cNvSpPr/>
          <p:nvPr/>
        </p:nvSpPr>
        <p:spPr>
          <a:xfrm>
            <a:off x="575049" y="278448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7" name="Oval 1946"/>
          <p:cNvSpPr/>
          <p:nvPr/>
        </p:nvSpPr>
        <p:spPr>
          <a:xfrm>
            <a:off x="1206954" y="278448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8" name="Oval 1947"/>
          <p:cNvSpPr/>
          <p:nvPr/>
        </p:nvSpPr>
        <p:spPr>
          <a:xfrm>
            <a:off x="1838859" y="278448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9" name="Oval 1948"/>
          <p:cNvSpPr/>
          <p:nvPr/>
        </p:nvSpPr>
        <p:spPr>
          <a:xfrm>
            <a:off x="2470764" y="278448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0" name="Oval 1949"/>
          <p:cNvSpPr/>
          <p:nvPr/>
        </p:nvSpPr>
        <p:spPr>
          <a:xfrm>
            <a:off x="3102669" y="278448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1" name="Oval 1950"/>
          <p:cNvSpPr/>
          <p:nvPr/>
        </p:nvSpPr>
        <p:spPr>
          <a:xfrm>
            <a:off x="3734574" y="278448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2" name="Oval 1951"/>
          <p:cNvSpPr/>
          <p:nvPr/>
        </p:nvSpPr>
        <p:spPr>
          <a:xfrm>
            <a:off x="4366479" y="278448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3" name="Oval 1952"/>
          <p:cNvSpPr/>
          <p:nvPr/>
        </p:nvSpPr>
        <p:spPr>
          <a:xfrm>
            <a:off x="6262194" y="278448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4" name="Oval 1953"/>
          <p:cNvSpPr/>
          <p:nvPr/>
        </p:nvSpPr>
        <p:spPr>
          <a:xfrm>
            <a:off x="5630289" y="278448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5" name="Oval 1954"/>
          <p:cNvSpPr/>
          <p:nvPr/>
        </p:nvSpPr>
        <p:spPr>
          <a:xfrm>
            <a:off x="7526004" y="278448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6" name="Oval 1955"/>
          <p:cNvSpPr/>
          <p:nvPr/>
        </p:nvSpPr>
        <p:spPr>
          <a:xfrm>
            <a:off x="6894099" y="278448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7" name="Oval 1956"/>
          <p:cNvSpPr/>
          <p:nvPr/>
        </p:nvSpPr>
        <p:spPr>
          <a:xfrm>
            <a:off x="8789813" y="278448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8" name="Oval 1957"/>
          <p:cNvSpPr/>
          <p:nvPr/>
        </p:nvSpPr>
        <p:spPr>
          <a:xfrm>
            <a:off x="8157909" y="278448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9" name="Teardrop 3"/>
          <p:cNvSpPr/>
          <p:nvPr/>
        </p:nvSpPr>
        <p:spPr>
          <a:xfrm rot="5400000" flipH="1" flipV="1">
            <a:off x="4515886" y="2935938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0" name="Teardrop 3"/>
          <p:cNvSpPr/>
          <p:nvPr/>
        </p:nvSpPr>
        <p:spPr>
          <a:xfrm rot="5400000" flipH="1" flipV="1">
            <a:off x="724457" y="2935938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1" name="Teardrop 3"/>
          <p:cNvSpPr/>
          <p:nvPr/>
        </p:nvSpPr>
        <p:spPr>
          <a:xfrm rot="5400000" flipH="1" flipV="1">
            <a:off x="1356362" y="2935938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2" name="Teardrop 3"/>
          <p:cNvSpPr/>
          <p:nvPr/>
        </p:nvSpPr>
        <p:spPr>
          <a:xfrm rot="5400000" flipH="1" flipV="1">
            <a:off x="1988267" y="2935938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3" name="Teardrop 3"/>
          <p:cNvSpPr/>
          <p:nvPr/>
        </p:nvSpPr>
        <p:spPr>
          <a:xfrm rot="5400000" flipH="1" flipV="1">
            <a:off x="2620172" y="2935938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4" name="Teardrop 3"/>
          <p:cNvSpPr/>
          <p:nvPr/>
        </p:nvSpPr>
        <p:spPr>
          <a:xfrm rot="5400000" flipH="1" flipV="1">
            <a:off x="3252077" y="2935938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5" name="Teardrop 3"/>
          <p:cNvSpPr/>
          <p:nvPr/>
        </p:nvSpPr>
        <p:spPr>
          <a:xfrm rot="5400000" flipH="1" flipV="1">
            <a:off x="3883982" y="2935938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6" name="Teardrop 3"/>
          <p:cNvSpPr/>
          <p:nvPr/>
        </p:nvSpPr>
        <p:spPr>
          <a:xfrm rot="5400000" flipH="1" flipV="1">
            <a:off x="5779697" y="2935938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7" name="Teardrop 3"/>
          <p:cNvSpPr/>
          <p:nvPr/>
        </p:nvSpPr>
        <p:spPr>
          <a:xfrm rot="5400000" flipH="1" flipV="1">
            <a:off x="5147792" y="2935938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8" name="Teardrop 3"/>
          <p:cNvSpPr/>
          <p:nvPr/>
        </p:nvSpPr>
        <p:spPr>
          <a:xfrm rot="5400000" flipH="1" flipV="1">
            <a:off x="7043507" y="2935938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9" name="Teardrop 3"/>
          <p:cNvSpPr/>
          <p:nvPr/>
        </p:nvSpPr>
        <p:spPr>
          <a:xfrm rot="5400000" flipH="1" flipV="1">
            <a:off x="6411602" y="2935938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0" name="Teardrop 3"/>
          <p:cNvSpPr/>
          <p:nvPr/>
        </p:nvSpPr>
        <p:spPr>
          <a:xfrm rot="5400000" flipH="1" flipV="1">
            <a:off x="8307316" y="2935938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1" name="Teardrop 3"/>
          <p:cNvSpPr/>
          <p:nvPr/>
        </p:nvSpPr>
        <p:spPr>
          <a:xfrm rot="5400000" flipH="1" flipV="1">
            <a:off x="7675412" y="2935938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2" name="Teardrop 3"/>
          <p:cNvSpPr/>
          <p:nvPr/>
        </p:nvSpPr>
        <p:spPr>
          <a:xfrm rot="5400000" flipH="1" flipV="1">
            <a:off x="92552" y="2935938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3" name="Teardrop 3"/>
          <p:cNvSpPr/>
          <p:nvPr/>
        </p:nvSpPr>
        <p:spPr>
          <a:xfrm rot="5400000" flipH="1" flipV="1">
            <a:off x="8820002" y="3052452"/>
            <a:ext cx="446836" cy="201161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8" y="250112"/>
                  <a:pt x="155376" y="250112"/>
                </a:cubicBezTo>
                <a:cubicBezTo>
                  <a:pt x="174455" y="249746"/>
                  <a:pt x="198601" y="254980"/>
                  <a:pt x="211458" y="268141"/>
                </a:cubicBezTo>
                <a:cubicBezTo>
                  <a:pt x="215886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7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60" y="254779"/>
                  <a:pt x="246352" y="254786"/>
                </a:cubicBezTo>
                <a:cubicBezTo>
                  <a:pt x="246345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9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90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4" name="Oval 1973"/>
          <p:cNvSpPr/>
          <p:nvPr/>
        </p:nvSpPr>
        <p:spPr>
          <a:xfrm>
            <a:off x="5314990" y="3101528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5" name="Oval 1974"/>
          <p:cNvSpPr/>
          <p:nvPr/>
        </p:nvSpPr>
        <p:spPr>
          <a:xfrm>
            <a:off x="259750" y="3101528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6" name="Oval 1975"/>
          <p:cNvSpPr/>
          <p:nvPr/>
        </p:nvSpPr>
        <p:spPr>
          <a:xfrm>
            <a:off x="891655" y="3101528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7" name="Oval 1976"/>
          <p:cNvSpPr/>
          <p:nvPr/>
        </p:nvSpPr>
        <p:spPr>
          <a:xfrm>
            <a:off x="1523560" y="3101528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8" name="Oval 1977"/>
          <p:cNvSpPr/>
          <p:nvPr/>
        </p:nvSpPr>
        <p:spPr>
          <a:xfrm>
            <a:off x="2155465" y="3101528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9" name="Oval 1978"/>
          <p:cNvSpPr/>
          <p:nvPr/>
        </p:nvSpPr>
        <p:spPr>
          <a:xfrm>
            <a:off x="2787370" y="3101528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0" name="Oval 1979"/>
          <p:cNvSpPr/>
          <p:nvPr/>
        </p:nvSpPr>
        <p:spPr>
          <a:xfrm>
            <a:off x="3419275" y="3101528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1" name="Oval 1980"/>
          <p:cNvSpPr/>
          <p:nvPr/>
        </p:nvSpPr>
        <p:spPr>
          <a:xfrm>
            <a:off x="4051180" y="3101528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2" name="Oval 1981"/>
          <p:cNvSpPr/>
          <p:nvPr/>
        </p:nvSpPr>
        <p:spPr>
          <a:xfrm>
            <a:off x="4683085" y="3101528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3" name="Oval 1982"/>
          <p:cNvSpPr/>
          <p:nvPr/>
        </p:nvSpPr>
        <p:spPr>
          <a:xfrm>
            <a:off x="6578800" y="3101528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4" name="Oval 1983"/>
          <p:cNvSpPr/>
          <p:nvPr/>
        </p:nvSpPr>
        <p:spPr>
          <a:xfrm>
            <a:off x="5946895" y="3101528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5" name="Oval 1984"/>
          <p:cNvSpPr/>
          <p:nvPr/>
        </p:nvSpPr>
        <p:spPr>
          <a:xfrm>
            <a:off x="7842610" y="3101528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6" name="Oval 1985"/>
          <p:cNvSpPr/>
          <p:nvPr/>
        </p:nvSpPr>
        <p:spPr>
          <a:xfrm>
            <a:off x="7210705" y="3101528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7" name="Oval 1986"/>
          <p:cNvSpPr/>
          <p:nvPr/>
        </p:nvSpPr>
        <p:spPr>
          <a:xfrm>
            <a:off x="8474515" y="3101528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8" name="Teardrop 3"/>
          <p:cNvSpPr/>
          <p:nvPr/>
        </p:nvSpPr>
        <p:spPr>
          <a:xfrm rot="5400000" flipH="1" flipV="1">
            <a:off x="4977107" y="3139272"/>
            <a:ext cx="174630" cy="404830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9" name="Teardrop 3"/>
          <p:cNvSpPr/>
          <p:nvPr/>
        </p:nvSpPr>
        <p:spPr>
          <a:xfrm rot="5400000" flipH="1" flipV="1">
            <a:off x="17179" y="3237193"/>
            <a:ext cx="174630" cy="208987"/>
          </a:xfrm>
          <a:custGeom>
            <a:avLst/>
            <a:gdLst/>
            <a:ahLst/>
            <a:cxnLst/>
            <a:rect l="l" t="t" r="r" b="b"/>
            <a:pathLst>
              <a:path w="232840" h="278649">
                <a:moveTo>
                  <a:pt x="232840" y="8776"/>
                </a:moveTo>
                <a:cubicBezTo>
                  <a:pt x="232449" y="34030"/>
                  <a:pt x="222519" y="59101"/>
                  <a:pt x="203250" y="78369"/>
                </a:cubicBezTo>
                <a:cubicBezTo>
                  <a:pt x="190082" y="91537"/>
                  <a:pt x="174206" y="100343"/>
                  <a:pt x="157326" y="104416"/>
                </a:cubicBezTo>
                <a:cubicBezTo>
                  <a:pt x="166417" y="119205"/>
                  <a:pt x="171406" y="136643"/>
                  <a:pt x="171406" y="155247"/>
                </a:cubicBezTo>
                <a:cubicBezTo>
                  <a:pt x="171406" y="182497"/>
                  <a:pt x="160701" y="207247"/>
                  <a:pt x="143120" y="225380"/>
                </a:cubicBezTo>
                <a:cubicBezTo>
                  <a:pt x="124986" y="242961"/>
                  <a:pt x="100237" y="253667"/>
                  <a:pt x="72986" y="253667"/>
                </a:cubicBezTo>
                <a:cubicBezTo>
                  <a:pt x="54383" y="253667"/>
                  <a:pt x="36945" y="248677"/>
                  <a:pt x="22156" y="239586"/>
                </a:cubicBezTo>
                <a:lnTo>
                  <a:pt x="0" y="278649"/>
                </a:lnTo>
                <a:lnTo>
                  <a:pt x="0" y="260595"/>
                </a:lnTo>
                <a:cubicBezTo>
                  <a:pt x="5973" y="252057"/>
                  <a:pt x="9654" y="242433"/>
                  <a:pt x="11467" y="232488"/>
                </a:cubicBezTo>
                <a:lnTo>
                  <a:pt x="0" y="218900"/>
                </a:lnTo>
                <a:lnTo>
                  <a:pt x="0" y="201603"/>
                </a:lnTo>
                <a:cubicBezTo>
                  <a:pt x="14950" y="226291"/>
                  <a:pt x="42305" y="241857"/>
                  <a:pt x="73296" y="241857"/>
                </a:cubicBezTo>
                <a:cubicBezTo>
                  <a:pt x="97207" y="241857"/>
                  <a:pt x="118953" y="232592"/>
                  <a:pt x="134965" y="217271"/>
                </a:cubicBezTo>
                <a:lnTo>
                  <a:pt x="0" y="82306"/>
                </a:lnTo>
                <a:lnTo>
                  <a:pt x="0" y="82216"/>
                </a:lnTo>
                <a:lnTo>
                  <a:pt x="135010" y="217225"/>
                </a:lnTo>
                <a:cubicBezTo>
                  <a:pt x="150331" y="201213"/>
                  <a:pt x="159597" y="179467"/>
                  <a:pt x="159597" y="155556"/>
                </a:cubicBezTo>
                <a:cubicBezTo>
                  <a:pt x="159597" y="105538"/>
                  <a:pt x="119048" y="64989"/>
                  <a:pt x="69030" y="64989"/>
                </a:cubicBezTo>
                <a:cubicBezTo>
                  <a:pt x="49952" y="65355"/>
                  <a:pt x="25806" y="60121"/>
                  <a:pt x="12948" y="46961"/>
                </a:cubicBezTo>
                <a:lnTo>
                  <a:pt x="0" y="66032"/>
                </a:lnTo>
                <a:lnTo>
                  <a:pt x="0" y="46474"/>
                </a:lnTo>
                <a:cubicBezTo>
                  <a:pt x="9193" y="32573"/>
                  <a:pt x="11853" y="16060"/>
                  <a:pt x="9334" y="0"/>
                </a:cubicBezTo>
                <a:lnTo>
                  <a:pt x="17529" y="0"/>
                </a:lnTo>
                <a:cubicBezTo>
                  <a:pt x="21671" y="11094"/>
                  <a:pt x="20740" y="22668"/>
                  <a:pt x="17673" y="33790"/>
                </a:cubicBezTo>
                <a:cubicBezTo>
                  <a:pt x="27631" y="50142"/>
                  <a:pt x="43609" y="53932"/>
                  <a:pt x="69593" y="53433"/>
                </a:cubicBezTo>
                <a:cubicBezTo>
                  <a:pt x="102600" y="53434"/>
                  <a:pt x="131938" y="69140"/>
                  <a:pt x="150227" y="93727"/>
                </a:cubicBezTo>
                <a:cubicBezTo>
                  <a:pt x="166735" y="90718"/>
                  <a:pt x="182357" y="82561"/>
                  <a:pt x="195118" y="69800"/>
                </a:cubicBezTo>
                <a:cubicBezTo>
                  <a:pt x="212026" y="52893"/>
                  <a:pt x="220851" y="30964"/>
                  <a:pt x="221339" y="8808"/>
                </a:cubicBezTo>
                <a:lnTo>
                  <a:pt x="136174" y="8808"/>
                </a:lnTo>
                <a:lnTo>
                  <a:pt x="136173" y="8744"/>
                </a:lnTo>
                <a:lnTo>
                  <a:pt x="221340" y="8744"/>
                </a:lnTo>
                <a:lnTo>
                  <a:pt x="219467" y="0"/>
                </a:lnTo>
                <a:lnTo>
                  <a:pt x="231012" y="0"/>
                </a:lnTo>
                <a:cubicBezTo>
                  <a:pt x="232616" y="2826"/>
                  <a:pt x="232794" y="5800"/>
                  <a:pt x="232840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0" name="Teardrop 3"/>
          <p:cNvSpPr/>
          <p:nvPr/>
        </p:nvSpPr>
        <p:spPr>
          <a:xfrm rot="5400000" flipH="1" flipV="1">
            <a:off x="1185676" y="3139271"/>
            <a:ext cx="174630" cy="404829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5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1" name="Teardrop 3"/>
          <p:cNvSpPr/>
          <p:nvPr/>
        </p:nvSpPr>
        <p:spPr>
          <a:xfrm rot="5400000" flipH="1" flipV="1">
            <a:off x="1817581" y="3139271"/>
            <a:ext cx="174630" cy="404829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2" name="Teardrop 3"/>
          <p:cNvSpPr/>
          <p:nvPr/>
        </p:nvSpPr>
        <p:spPr>
          <a:xfrm rot="5400000" flipH="1" flipV="1">
            <a:off x="2449486" y="3139271"/>
            <a:ext cx="174630" cy="404829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3" name="Teardrop 3"/>
          <p:cNvSpPr/>
          <p:nvPr/>
        </p:nvSpPr>
        <p:spPr>
          <a:xfrm rot="5400000" flipH="1" flipV="1">
            <a:off x="3081392" y="3139272"/>
            <a:ext cx="174630" cy="404830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4" name="Teardrop 3"/>
          <p:cNvSpPr/>
          <p:nvPr/>
        </p:nvSpPr>
        <p:spPr>
          <a:xfrm rot="5400000" flipH="1" flipV="1">
            <a:off x="3713297" y="3139272"/>
            <a:ext cx="174630" cy="404830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5" name="Teardrop 3"/>
          <p:cNvSpPr/>
          <p:nvPr/>
        </p:nvSpPr>
        <p:spPr>
          <a:xfrm rot="5400000" flipH="1" flipV="1">
            <a:off x="4345202" y="3139272"/>
            <a:ext cx="174630" cy="404830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6" name="Teardrop 3"/>
          <p:cNvSpPr/>
          <p:nvPr/>
        </p:nvSpPr>
        <p:spPr>
          <a:xfrm rot="5400000" flipH="1" flipV="1">
            <a:off x="6240916" y="3139271"/>
            <a:ext cx="174630" cy="404829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7" name="Teardrop 3"/>
          <p:cNvSpPr/>
          <p:nvPr/>
        </p:nvSpPr>
        <p:spPr>
          <a:xfrm rot="5400000" flipH="1" flipV="1">
            <a:off x="5609012" y="3139272"/>
            <a:ext cx="174630" cy="404830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8" name="Teardrop 3"/>
          <p:cNvSpPr/>
          <p:nvPr/>
        </p:nvSpPr>
        <p:spPr>
          <a:xfrm rot="5400000" flipH="1" flipV="1">
            <a:off x="7504726" y="3139271"/>
            <a:ext cx="174630" cy="404829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9" name="Teardrop 3"/>
          <p:cNvSpPr/>
          <p:nvPr/>
        </p:nvSpPr>
        <p:spPr>
          <a:xfrm rot="5400000" flipH="1" flipV="1">
            <a:off x="6872821" y="3139271"/>
            <a:ext cx="174630" cy="404829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7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0" name="Teardrop 3"/>
          <p:cNvSpPr/>
          <p:nvPr/>
        </p:nvSpPr>
        <p:spPr>
          <a:xfrm rot="5400000" flipH="1" flipV="1">
            <a:off x="8768535" y="3139271"/>
            <a:ext cx="174630" cy="404829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1" name="Teardrop 3"/>
          <p:cNvSpPr/>
          <p:nvPr/>
        </p:nvSpPr>
        <p:spPr>
          <a:xfrm rot="5400000" flipH="1" flipV="1">
            <a:off x="8136631" y="3139271"/>
            <a:ext cx="174630" cy="404829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2" name="Teardrop 3"/>
          <p:cNvSpPr/>
          <p:nvPr/>
        </p:nvSpPr>
        <p:spPr>
          <a:xfrm rot="5400000" flipH="1" flipV="1">
            <a:off x="550037" y="3139271"/>
            <a:ext cx="174630" cy="404829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8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3" name="Oval 1651"/>
          <p:cNvSpPr/>
          <p:nvPr/>
        </p:nvSpPr>
        <p:spPr>
          <a:xfrm>
            <a:off x="609465" y="3420989"/>
            <a:ext cx="8273246" cy="8012"/>
          </a:xfrm>
          <a:custGeom>
            <a:avLst/>
            <a:gdLst/>
            <a:ahLst/>
            <a:cxnLst/>
            <a:rect l="l" t="t" r="r" b="b"/>
            <a:pathLst>
              <a:path w="11030995" h="10682">
                <a:moveTo>
                  <a:pt x="10992007" y="0"/>
                </a:moveTo>
                <a:cubicBezTo>
                  <a:pt x="11006265" y="0"/>
                  <a:pt x="11019702" y="3516"/>
                  <a:pt x="11030995" y="10682"/>
                </a:cubicBezTo>
                <a:lnTo>
                  <a:pt x="10953019" y="10682"/>
                </a:lnTo>
                <a:cubicBezTo>
                  <a:pt x="10964312" y="3516"/>
                  <a:pt x="10977749" y="0"/>
                  <a:pt x="10992007" y="0"/>
                </a:cubicBezTo>
                <a:close/>
                <a:moveTo>
                  <a:pt x="10149468" y="0"/>
                </a:moveTo>
                <a:cubicBezTo>
                  <a:pt x="10163726" y="0"/>
                  <a:pt x="10177163" y="3516"/>
                  <a:pt x="10188456" y="10682"/>
                </a:cubicBezTo>
                <a:lnTo>
                  <a:pt x="10110480" y="10682"/>
                </a:lnTo>
                <a:cubicBezTo>
                  <a:pt x="10121773" y="3516"/>
                  <a:pt x="10135210" y="0"/>
                  <a:pt x="10149468" y="0"/>
                </a:cubicBezTo>
                <a:close/>
                <a:moveTo>
                  <a:pt x="9306928" y="0"/>
                </a:moveTo>
                <a:cubicBezTo>
                  <a:pt x="9321186" y="0"/>
                  <a:pt x="9334623" y="3516"/>
                  <a:pt x="9345916" y="10682"/>
                </a:cubicBezTo>
                <a:lnTo>
                  <a:pt x="9267940" y="10682"/>
                </a:lnTo>
                <a:cubicBezTo>
                  <a:pt x="9279233" y="3516"/>
                  <a:pt x="9292670" y="0"/>
                  <a:pt x="9306928" y="0"/>
                </a:cubicBezTo>
                <a:close/>
                <a:moveTo>
                  <a:pt x="8464388" y="0"/>
                </a:moveTo>
                <a:cubicBezTo>
                  <a:pt x="8478646" y="0"/>
                  <a:pt x="8492083" y="3516"/>
                  <a:pt x="8503376" y="10682"/>
                </a:cubicBezTo>
                <a:lnTo>
                  <a:pt x="8425400" y="10682"/>
                </a:lnTo>
                <a:cubicBezTo>
                  <a:pt x="8436693" y="3516"/>
                  <a:pt x="8450130" y="0"/>
                  <a:pt x="8464388" y="0"/>
                </a:cubicBezTo>
                <a:close/>
                <a:moveTo>
                  <a:pt x="7621848" y="0"/>
                </a:moveTo>
                <a:cubicBezTo>
                  <a:pt x="7636106" y="0"/>
                  <a:pt x="7649543" y="3516"/>
                  <a:pt x="7660836" y="10682"/>
                </a:cubicBezTo>
                <a:lnTo>
                  <a:pt x="7582860" y="10682"/>
                </a:lnTo>
                <a:cubicBezTo>
                  <a:pt x="7594153" y="3516"/>
                  <a:pt x="7607590" y="0"/>
                  <a:pt x="7621848" y="0"/>
                </a:cubicBezTo>
                <a:close/>
                <a:moveTo>
                  <a:pt x="6779308" y="0"/>
                </a:moveTo>
                <a:cubicBezTo>
                  <a:pt x="6793566" y="0"/>
                  <a:pt x="6807003" y="3516"/>
                  <a:pt x="6818296" y="10682"/>
                </a:cubicBezTo>
                <a:lnTo>
                  <a:pt x="6740320" y="10682"/>
                </a:lnTo>
                <a:cubicBezTo>
                  <a:pt x="6751613" y="3516"/>
                  <a:pt x="6765050" y="0"/>
                  <a:pt x="6779308" y="0"/>
                </a:cubicBezTo>
                <a:close/>
                <a:moveTo>
                  <a:pt x="5936768" y="0"/>
                </a:moveTo>
                <a:cubicBezTo>
                  <a:pt x="5951026" y="0"/>
                  <a:pt x="5964463" y="3516"/>
                  <a:pt x="5975757" y="10682"/>
                </a:cubicBezTo>
                <a:lnTo>
                  <a:pt x="5897780" y="10682"/>
                </a:lnTo>
                <a:cubicBezTo>
                  <a:pt x="5909073" y="3516"/>
                  <a:pt x="5922510" y="0"/>
                  <a:pt x="5936768" y="0"/>
                </a:cubicBezTo>
                <a:close/>
                <a:moveTo>
                  <a:pt x="5094228" y="0"/>
                </a:moveTo>
                <a:cubicBezTo>
                  <a:pt x="5108486" y="0"/>
                  <a:pt x="5121923" y="3516"/>
                  <a:pt x="5133217" y="10682"/>
                </a:cubicBezTo>
                <a:lnTo>
                  <a:pt x="5055240" y="10682"/>
                </a:lnTo>
                <a:cubicBezTo>
                  <a:pt x="5066533" y="3516"/>
                  <a:pt x="5079970" y="0"/>
                  <a:pt x="5094228" y="0"/>
                </a:cubicBezTo>
                <a:close/>
                <a:moveTo>
                  <a:pt x="4251688" y="0"/>
                </a:moveTo>
                <a:cubicBezTo>
                  <a:pt x="4265946" y="0"/>
                  <a:pt x="4279383" y="3516"/>
                  <a:pt x="4290676" y="10682"/>
                </a:cubicBezTo>
                <a:lnTo>
                  <a:pt x="4212700" y="10682"/>
                </a:lnTo>
                <a:cubicBezTo>
                  <a:pt x="4223993" y="3516"/>
                  <a:pt x="4237430" y="0"/>
                  <a:pt x="4251688" y="0"/>
                </a:cubicBezTo>
                <a:close/>
                <a:moveTo>
                  <a:pt x="3409148" y="0"/>
                </a:moveTo>
                <a:cubicBezTo>
                  <a:pt x="3423406" y="0"/>
                  <a:pt x="3436843" y="3516"/>
                  <a:pt x="3448136" y="10682"/>
                </a:cubicBezTo>
                <a:lnTo>
                  <a:pt x="3370160" y="10682"/>
                </a:lnTo>
                <a:cubicBezTo>
                  <a:pt x="3381453" y="3516"/>
                  <a:pt x="3394890" y="0"/>
                  <a:pt x="3409148" y="0"/>
                </a:cubicBezTo>
                <a:close/>
                <a:moveTo>
                  <a:pt x="2566608" y="0"/>
                </a:moveTo>
                <a:cubicBezTo>
                  <a:pt x="2580866" y="0"/>
                  <a:pt x="2594303" y="3516"/>
                  <a:pt x="2605596" y="10682"/>
                </a:cubicBezTo>
                <a:lnTo>
                  <a:pt x="2527620" y="10682"/>
                </a:lnTo>
                <a:cubicBezTo>
                  <a:pt x="2538913" y="3516"/>
                  <a:pt x="2552350" y="0"/>
                  <a:pt x="2566608" y="0"/>
                </a:cubicBezTo>
                <a:close/>
                <a:moveTo>
                  <a:pt x="1724068" y="0"/>
                </a:moveTo>
                <a:cubicBezTo>
                  <a:pt x="1738326" y="0"/>
                  <a:pt x="1751763" y="3516"/>
                  <a:pt x="1763056" y="10682"/>
                </a:cubicBezTo>
                <a:lnTo>
                  <a:pt x="1685080" y="10682"/>
                </a:lnTo>
                <a:cubicBezTo>
                  <a:pt x="1696373" y="3516"/>
                  <a:pt x="1709810" y="0"/>
                  <a:pt x="1724068" y="0"/>
                </a:cubicBezTo>
                <a:close/>
                <a:moveTo>
                  <a:pt x="881528" y="0"/>
                </a:moveTo>
                <a:cubicBezTo>
                  <a:pt x="895786" y="0"/>
                  <a:pt x="909223" y="3516"/>
                  <a:pt x="920516" y="10682"/>
                </a:cubicBezTo>
                <a:lnTo>
                  <a:pt x="842540" y="10682"/>
                </a:lnTo>
                <a:cubicBezTo>
                  <a:pt x="853833" y="3516"/>
                  <a:pt x="867270" y="0"/>
                  <a:pt x="881528" y="0"/>
                </a:cubicBezTo>
                <a:close/>
                <a:moveTo>
                  <a:pt x="38988" y="0"/>
                </a:moveTo>
                <a:cubicBezTo>
                  <a:pt x="53246" y="0"/>
                  <a:pt x="66683" y="3516"/>
                  <a:pt x="77976" y="10682"/>
                </a:cubicBezTo>
                <a:lnTo>
                  <a:pt x="0" y="10682"/>
                </a:lnTo>
                <a:cubicBezTo>
                  <a:pt x="11293" y="3516"/>
                  <a:pt x="24730" y="0"/>
                  <a:pt x="389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3720103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3720103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350"/>
            </a:lvl4pPr>
            <a:lvl5pPr marL="1371600" indent="0" algn="ctr">
              <a:buNone/>
              <a:defRPr sz="1350"/>
            </a:lvl5pPr>
            <a:lvl6pPr marL="1714500" indent="0" algn="ctr">
              <a:buNone/>
              <a:defRPr sz="1350"/>
            </a:lvl6pPr>
            <a:lvl7pPr marL="2057400" indent="0" algn="ctr">
              <a:buNone/>
              <a:defRPr sz="1350"/>
            </a:lvl7pPr>
            <a:lvl8pPr marL="2400300" indent="0" algn="ctr">
              <a:buNone/>
              <a:defRPr sz="1350"/>
            </a:lvl8pPr>
            <a:lvl9pPr marL="2743200" indent="0" algn="ctr">
              <a:buNone/>
              <a:defRPr sz="1350"/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107635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91172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Group 525"/>
          <p:cNvGrpSpPr/>
          <p:nvPr/>
        </p:nvGrpSpPr>
        <p:grpSpPr>
          <a:xfrm>
            <a:off x="0" y="315192"/>
            <a:ext cx="9141714" cy="2846623"/>
            <a:chOff x="0" y="420256"/>
            <a:chExt cx="12188952" cy="3795497"/>
          </a:xfrm>
        </p:grpSpPr>
        <p:cxnSp>
          <p:nvCxnSpPr>
            <p:cNvPr id="527" name="Straight Connector 526"/>
            <p:cNvCxnSpPr/>
            <p:nvPr/>
          </p:nvCxnSpPr>
          <p:spPr>
            <a:xfrm>
              <a:off x="0" y="4215753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527"/>
            <p:cNvCxnSpPr/>
            <p:nvPr/>
          </p:nvCxnSpPr>
          <p:spPr>
            <a:xfrm>
              <a:off x="0" y="3794032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Straight Connector 528"/>
            <p:cNvCxnSpPr/>
            <p:nvPr/>
          </p:nvCxnSpPr>
          <p:spPr>
            <a:xfrm>
              <a:off x="0" y="3372310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529"/>
            <p:cNvCxnSpPr/>
            <p:nvPr/>
          </p:nvCxnSpPr>
          <p:spPr>
            <a:xfrm>
              <a:off x="0" y="2950588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Straight Connector 530"/>
            <p:cNvCxnSpPr/>
            <p:nvPr/>
          </p:nvCxnSpPr>
          <p:spPr>
            <a:xfrm>
              <a:off x="0" y="2528866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Straight Connector 531"/>
            <p:cNvCxnSpPr/>
            <p:nvPr/>
          </p:nvCxnSpPr>
          <p:spPr>
            <a:xfrm>
              <a:off x="0" y="2107144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Straight Connector 532"/>
            <p:cNvCxnSpPr/>
            <p:nvPr/>
          </p:nvCxnSpPr>
          <p:spPr>
            <a:xfrm>
              <a:off x="0" y="1685422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Connector 533"/>
            <p:cNvCxnSpPr/>
            <p:nvPr/>
          </p:nvCxnSpPr>
          <p:spPr>
            <a:xfrm>
              <a:off x="0" y="1263700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Straight Connector 534"/>
            <p:cNvCxnSpPr/>
            <p:nvPr/>
          </p:nvCxnSpPr>
          <p:spPr>
            <a:xfrm>
              <a:off x="0" y="841978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535"/>
            <p:cNvCxnSpPr/>
            <p:nvPr/>
          </p:nvCxnSpPr>
          <p:spPr>
            <a:xfrm>
              <a:off x="0" y="420256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7" name="Rectangle 379"/>
          <p:cNvSpPr/>
          <p:nvPr/>
        </p:nvSpPr>
        <p:spPr>
          <a:xfrm rot="18900000" flipV="1">
            <a:off x="7084365" y="-724094"/>
            <a:ext cx="10288" cy="4869915"/>
          </a:xfrm>
          <a:custGeom>
            <a:avLst/>
            <a:gdLst/>
            <a:ahLst/>
            <a:cxnLst/>
            <a:rect l="l" t="t" r="r" b="b"/>
            <a:pathLst>
              <a:path w="13717" h="6493220">
                <a:moveTo>
                  <a:pt x="1" y="6493220"/>
                </a:moveTo>
                <a:lnTo>
                  <a:pt x="13717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8" name="Rectangle 56"/>
          <p:cNvSpPr/>
          <p:nvPr/>
        </p:nvSpPr>
        <p:spPr>
          <a:xfrm>
            <a:off x="0" y="0"/>
            <a:ext cx="8862405" cy="3429003"/>
          </a:xfrm>
          <a:custGeom>
            <a:avLst/>
            <a:gdLst/>
            <a:ahLst/>
            <a:cxnLst/>
            <a:rect l="l" t="t" r="r" b="b"/>
            <a:pathLst>
              <a:path w="11816540" h="4572004">
                <a:moveTo>
                  <a:pt x="11802824" y="4"/>
                </a:moveTo>
                <a:lnTo>
                  <a:pt x="11816540" y="4"/>
                </a:lnTo>
                <a:lnTo>
                  <a:pt x="11816540" y="4572004"/>
                </a:lnTo>
                <a:lnTo>
                  <a:pt x="11802824" y="4572004"/>
                </a:lnTo>
                <a:close/>
                <a:moveTo>
                  <a:pt x="5901406" y="4"/>
                </a:moveTo>
                <a:lnTo>
                  <a:pt x="5915122" y="4"/>
                </a:lnTo>
                <a:lnTo>
                  <a:pt x="5915122" y="4572004"/>
                </a:lnTo>
                <a:lnTo>
                  <a:pt x="5901406" y="4572004"/>
                </a:lnTo>
                <a:close/>
                <a:moveTo>
                  <a:pt x="10959754" y="3"/>
                </a:moveTo>
                <a:lnTo>
                  <a:pt x="10973470" y="3"/>
                </a:lnTo>
                <a:lnTo>
                  <a:pt x="10973470" y="4572003"/>
                </a:lnTo>
                <a:lnTo>
                  <a:pt x="10959754" y="4572003"/>
                </a:lnTo>
                <a:close/>
                <a:moveTo>
                  <a:pt x="5058348" y="3"/>
                </a:moveTo>
                <a:lnTo>
                  <a:pt x="5072064" y="3"/>
                </a:lnTo>
                <a:lnTo>
                  <a:pt x="5072064" y="4572003"/>
                </a:lnTo>
                <a:lnTo>
                  <a:pt x="5058348" y="4572003"/>
                </a:lnTo>
                <a:close/>
                <a:moveTo>
                  <a:pt x="11381283" y="2"/>
                </a:moveTo>
                <a:lnTo>
                  <a:pt x="11394999" y="2"/>
                </a:lnTo>
                <a:lnTo>
                  <a:pt x="11394999" y="4572002"/>
                </a:lnTo>
                <a:lnTo>
                  <a:pt x="11381283" y="4572002"/>
                </a:lnTo>
                <a:close/>
                <a:moveTo>
                  <a:pt x="10538225" y="2"/>
                </a:moveTo>
                <a:lnTo>
                  <a:pt x="10551941" y="2"/>
                </a:lnTo>
                <a:lnTo>
                  <a:pt x="10551941" y="4572002"/>
                </a:lnTo>
                <a:lnTo>
                  <a:pt x="10538225" y="4572002"/>
                </a:lnTo>
                <a:close/>
                <a:moveTo>
                  <a:pt x="10116696" y="2"/>
                </a:moveTo>
                <a:lnTo>
                  <a:pt x="10130412" y="2"/>
                </a:lnTo>
                <a:lnTo>
                  <a:pt x="10130412" y="4572002"/>
                </a:lnTo>
                <a:lnTo>
                  <a:pt x="10116696" y="4572002"/>
                </a:lnTo>
                <a:close/>
                <a:moveTo>
                  <a:pt x="6322935" y="2"/>
                </a:moveTo>
                <a:lnTo>
                  <a:pt x="6336651" y="2"/>
                </a:lnTo>
                <a:lnTo>
                  <a:pt x="6336651" y="4572002"/>
                </a:lnTo>
                <a:lnTo>
                  <a:pt x="6322935" y="4572002"/>
                </a:lnTo>
                <a:close/>
                <a:moveTo>
                  <a:pt x="5479877" y="2"/>
                </a:moveTo>
                <a:lnTo>
                  <a:pt x="5493593" y="2"/>
                </a:lnTo>
                <a:lnTo>
                  <a:pt x="5493593" y="4572002"/>
                </a:lnTo>
                <a:lnTo>
                  <a:pt x="5479877" y="4572002"/>
                </a:lnTo>
                <a:close/>
                <a:moveTo>
                  <a:pt x="4636819" y="2"/>
                </a:moveTo>
                <a:lnTo>
                  <a:pt x="4650535" y="2"/>
                </a:lnTo>
                <a:lnTo>
                  <a:pt x="4650535" y="4572002"/>
                </a:lnTo>
                <a:lnTo>
                  <a:pt x="4636819" y="4572002"/>
                </a:lnTo>
                <a:close/>
                <a:moveTo>
                  <a:pt x="4215290" y="2"/>
                </a:moveTo>
                <a:lnTo>
                  <a:pt x="4229006" y="2"/>
                </a:lnTo>
                <a:lnTo>
                  <a:pt x="4229006" y="4572002"/>
                </a:lnTo>
                <a:lnTo>
                  <a:pt x="4215290" y="4572002"/>
                </a:lnTo>
                <a:close/>
                <a:moveTo>
                  <a:pt x="421529" y="2"/>
                </a:moveTo>
                <a:lnTo>
                  <a:pt x="435245" y="2"/>
                </a:lnTo>
                <a:lnTo>
                  <a:pt x="435245" y="4572002"/>
                </a:lnTo>
                <a:lnTo>
                  <a:pt x="421529" y="4572002"/>
                </a:lnTo>
                <a:close/>
                <a:moveTo>
                  <a:pt x="0" y="2"/>
                </a:moveTo>
                <a:lnTo>
                  <a:pt x="13716" y="2"/>
                </a:lnTo>
                <a:lnTo>
                  <a:pt x="13716" y="4572002"/>
                </a:lnTo>
                <a:lnTo>
                  <a:pt x="0" y="4572002"/>
                </a:lnTo>
                <a:close/>
                <a:moveTo>
                  <a:pt x="9273638" y="1"/>
                </a:moveTo>
                <a:lnTo>
                  <a:pt x="9287354" y="1"/>
                </a:lnTo>
                <a:lnTo>
                  <a:pt x="9287354" y="4572001"/>
                </a:lnTo>
                <a:lnTo>
                  <a:pt x="9273638" y="4572001"/>
                </a:lnTo>
                <a:close/>
                <a:moveTo>
                  <a:pt x="3372232" y="1"/>
                </a:moveTo>
                <a:lnTo>
                  <a:pt x="3385948" y="1"/>
                </a:lnTo>
                <a:lnTo>
                  <a:pt x="3385948" y="4572001"/>
                </a:lnTo>
                <a:lnTo>
                  <a:pt x="3372232" y="4572001"/>
                </a:lnTo>
                <a:close/>
                <a:moveTo>
                  <a:pt x="9695167" y="0"/>
                </a:moveTo>
                <a:lnTo>
                  <a:pt x="9708883" y="0"/>
                </a:lnTo>
                <a:lnTo>
                  <a:pt x="9708883" y="4572000"/>
                </a:lnTo>
                <a:lnTo>
                  <a:pt x="9695167" y="4572000"/>
                </a:lnTo>
                <a:close/>
                <a:moveTo>
                  <a:pt x="8852109" y="0"/>
                </a:moveTo>
                <a:lnTo>
                  <a:pt x="8865825" y="0"/>
                </a:lnTo>
                <a:lnTo>
                  <a:pt x="8865825" y="4572000"/>
                </a:lnTo>
                <a:lnTo>
                  <a:pt x="8852109" y="4572000"/>
                </a:lnTo>
                <a:close/>
                <a:moveTo>
                  <a:pt x="8430580" y="0"/>
                </a:moveTo>
                <a:lnTo>
                  <a:pt x="8444296" y="0"/>
                </a:lnTo>
                <a:lnTo>
                  <a:pt x="8444296" y="4572000"/>
                </a:lnTo>
                <a:lnTo>
                  <a:pt x="8430580" y="4572000"/>
                </a:lnTo>
                <a:close/>
                <a:moveTo>
                  <a:pt x="8009051" y="0"/>
                </a:moveTo>
                <a:lnTo>
                  <a:pt x="8022767" y="0"/>
                </a:lnTo>
                <a:lnTo>
                  <a:pt x="8022767" y="4572000"/>
                </a:lnTo>
                <a:lnTo>
                  <a:pt x="8009051" y="4572000"/>
                </a:lnTo>
                <a:close/>
                <a:moveTo>
                  <a:pt x="7587522" y="0"/>
                </a:moveTo>
                <a:lnTo>
                  <a:pt x="7601238" y="0"/>
                </a:lnTo>
                <a:lnTo>
                  <a:pt x="7601238" y="4572000"/>
                </a:lnTo>
                <a:lnTo>
                  <a:pt x="7587522" y="4572000"/>
                </a:lnTo>
                <a:close/>
                <a:moveTo>
                  <a:pt x="7165993" y="0"/>
                </a:moveTo>
                <a:lnTo>
                  <a:pt x="7179709" y="0"/>
                </a:lnTo>
                <a:lnTo>
                  <a:pt x="7179709" y="4572000"/>
                </a:lnTo>
                <a:lnTo>
                  <a:pt x="7165993" y="4572000"/>
                </a:lnTo>
                <a:close/>
                <a:moveTo>
                  <a:pt x="6744464" y="0"/>
                </a:moveTo>
                <a:lnTo>
                  <a:pt x="6758180" y="0"/>
                </a:lnTo>
                <a:lnTo>
                  <a:pt x="6758180" y="4572000"/>
                </a:lnTo>
                <a:lnTo>
                  <a:pt x="6744464" y="4572000"/>
                </a:lnTo>
                <a:close/>
                <a:moveTo>
                  <a:pt x="3793761" y="0"/>
                </a:moveTo>
                <a:lnTo>
                  <a:pt x="3807477" y="0"/>
                </a:lnTo>
                <a:lnTo>
                  <a:pt x="3807477" y="4572000"/>
                </a:lnTo>
                <a:lnTo>
                  <a:pt x="3793761" y="4572000"/>
                </a:lnTo>
                <a:close/>
                <a:moveTo>
                  <a:pt x="2950703" y="0"/>
                </a:moveTo>
                <a:lnTo>
                  <a:pt x="2964419" y="0"/>
                </a:lnTo>
                <a:lnTo>
                  <a:pt x="2964419" y="4572000"/>
                </a:lnTo>
                <a:lnTo>
                  <a:pt x="2950703" y="4572000"/>
                </a:lnTo>
                <a:close/>
                <a:moveTo>
                  <a:pt x="2529174" y="0"/>
                </a:moveTo>
                <a:lnTo>
                  <a:pt x="2542890" y="0"/>
                </a:lnTo>
                <a:lnTo>
                  <a:pt x="2542890" y="4572000"/>
                </a:lnTo>
                <a:lnTo>
                  <a:pt x="2529174" y="4572000"/>
                </a:lnTo>
                <a:close/>
                <a:moveTo>
                  <a:pt x="2107645" y="0"/>
                </a:moveTo>
                <a:lnTo>
                  <a:pt x="2121361" y="0"/>
                </a:lnTo>
                <a:lnTo>
                  <a:pt x="2121361" y="4572000"/>
                </a:lnTo>
                <a:lnTo>
                  <a:pt x="2107645" y="4572000"/>
                </a:lnTo>
                <a:close/>
                <a:moveTo>
                  <a:pt x="1686116" y="0"/>
                </a:moveTo>
                <a:lnTo>
                  <a:pt x="1699832" y="0"/>
                </a:lnTo>
                <a:lnTo>
                  <a:pt x="1699832" y="4572000"/>
                </a:lnTo>
                <a:lnTo>
                  <a:pt x="1686116" y="4572000"/>
                </a:lnTo>
                <a:close/>
                <a:moveTo>
                  <a:pt x="1264587" y="0"/>
                </a:moveTo>
                <a:lnTo>
                  <a:pt x="1278303" y="0"/>
                </a:lnTo>
                <a:lnTo>
                  <a:pt x="1278303" y="4572000"/>
                </a:lnTo>
                <a:lnTo>
                  <a:pt x="1264587" y="4572000"/>
                </a:lnTo>
                <a:close/>
                <a:moveTo>
                  <a:pt x="843058" y="0"/>
                </a:moveTo>
                <a:lnTo>
                  <a:pt x="856774" y="0"/>
                </a:lnTo>
                <a:lnTo>
                  <a:pt x="856774" y="4572000"/>
                </a:lnTo>
                <a:lnTo>
                  <a:pt x="843058" y="457200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9" name="Rectangle 87"/>
          <p:cNvSpPr/>
          <p:nvPr/>
        </p:nvSpPr>
        <p:spPr>
          <a:xfrm rot="2700000">
            <a:off x="1733432" y="-725286"/>
            <a:ext cx="10287" cy="4927721"/>
          </a:xfrm>
          <a:custGeom>
            <a:avLst/>
            <a:gdLst/>
            <a:ahLst/>
            <a:cxnLst/>
            <a:rect l="l" t="t" r="r" b="b"/>
            <a:pathLst>
              <a:path w="13716" h="6570294">
                <a:moveTo>
                  <a:pt x="0" y="6556578"/>
                </a:moveTo>
                <a:lnTo>
                  <a:pt x="13716" y="6570294"/>
                </a:lnTo>
                <a:lnTo>
                  <a:pt x="13716" y="6570294"/>
                </a:lnTo>
                <a:lnTo>
                  <a:pt x="0" y="6556578"/>
                </a:lnTo>
                <a:close/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0" name="Rectangle 88"/>
          <p:cNvSpPr/>
          <p:nvPr/>
        </p:nvSpPr>
        <p:spPr>
          <a:xfrm rot="2700000">
            <a:off x="2389895" y="-715313"/>
            <a:ext cx="10287" cy="4859627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1" name="Rectangle 89"/>
          <p:cNvSpPr/>
          <p:nvPr/>
        </p:nvSpPr>
        <p:spPr>
          <a:xfrm rot="2700000">
            <a:off x="3022285" y="-715312"/>
            <a:ext cx="10287" cy="4859627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7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2" name="Rectangle 90"/>
          <p:cNvSpPr/>
          <p:nvPr/>
        </p:nvSpPr>
        <p:spPr>
          <a:xfrm rot="2700000">
            <a:off x="3654674" y="-715312"/>
            <a:ext cx="10287" cy="4859627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3" name="Rectangle 91"/>
          <p:cNvSpPr/>
          <p:nvPr/>
        </p:nvSpPr>
        <p:spPr>
          <a:xfrm rot="2700000">
            <a:off x="4287065" y="-715312"/>
            <a:ext cx="10287" cy="4859626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13716"/>
                </a:moveTo>
                <a:lnTo>
                  <a:pt x="13716" y="0"/>
                </a:lnTo>
                <a:lnTo>
                  <a:pt x="13716" y="6465785"/>
                </a:lnTo>
                <a:lnTo>
                  <a:pt x="0" y="647950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4" name="Rectangle 92"/>
          <p:cNvSpPr/>
          <p:nvPr/>
        </p:nvSpPr>
        <p:spPr>
          <a:xfrm rot="2700000">
            <a:off x="4919454" y="-715313"/>
            <a:ext cx="10287" cy="4859627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5" name="Rectangle 93"/>
          <p:cNvSpPr/>
          <p:nvPr/>
        </p:nvSpPr>
        <p:spPr>
          <a:xfrm rot="2700000">
            <a:off x="5551843" y="-708039"/>
            <a:ext cx="10288" cy="4859627"/>
          </a:xfrm>
          <a:custGeom>
            <a:avLst/>
            <a:gdLst/>
            <a:ahLst/>
            <a:cxnLst/>
            <a:rect l="l" t="t" r="r" b="b"/>
            <a:pathLst>
              <a:path w="13717" h="6479502">
                <a:moveTo>
                  <a:pt x="0" y="13716"/>
                </a:moveTo>
                <a:lnTo>
                  <a:pt x="13717" y="0"/>
                </a:lnTo>
                <a:lnTo>
                  <a:pt x="13716" y="6465787"/>
                </a:lnTo>
                <a:lnTo>
                  <a:pt x="1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6" name="Rectangle 94"/>
          <p:cNvSpPr/>
          <p:nvPr/>
        </p:nvSpPr>
        <p:spPr>
          <a:xfrm rot="2700000">
            <a:off x="6184233" y="-715313"/>
            <a:ext cx="10287" cy="4859627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7" name="Rectangle 95"/>
          <p:cNvSpPr/>
          <p:nvPr/>
        </p:nvSpPr>
        <p:spPr>
          <a:xfrm rot="2700000">
            <a:off x="6816624" y="-715312"/>
            <a:ext cx="10288" cy="4859627"/>
          </a:xfrm>
          <a:custGeom>
            <a:avLst/>
            <a:gdLst/>
            <a:ahLst/>
            <a:cxnLst/>
            <a:rect l="l" t="t" r="r" b="b"/>
            <a:pathLst>
              <a:path w="13717" h="6479503">
                <a:moveTo>
                  <a:pt x="13717" y="0"/>
                </a:moveTo>
                <a:lnTo>
                  <a:pt x="13716" y="6465787"/>
                </a:lnTo>
                <a:lnTo>
                  <a:pt x="0" y="6479503"/>
                </a:lnTo>
                <a:lnTo>
                  <a:pt x="1" y="1371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8" name="Rectangle 96"/>
          <p:cNvSpPr/>
          <p:nvPr/>
        </p:nvSpPr>
        <p:spPr>
          <a:xfrm rot="2700000">
            <a:off x="7434672" y="-680697"/>
            <a:ext cx="10287" cy="4819072"/>
          </a:xfrm>
          <a:custGeom>
            <a:avLst/>
            <a:gdLst/>
            <a:ahLst/>
            <a:cxnLst/>
            <a:rect l="l" t="t" r="r" b="b"/>
            <a:pathLst>
              <a:path w="13716" h="6425429">
                <a:moveTo>
                  <a:pt x="0" y="0"/>
                </a:moveTo>
                <a:lnTo>
                  <a:pt x="13716" y="13717"/>
                </a:lnTo>
                <a:lnTo>
                  <a:pt x="13716" y="6411713"/>
                </a:lnTo>
                <a:lnTo>
                  <a:pt x="0" y="642542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9" name="Rectangle 97"/>
          <p:cNvSpPr/>
          <p:nvPr/>
        </p:nvSpPr>
        <p:spPr>
          <a:xfrm rot="2700000">
            <a:off x="7750869" y="82666"/>
            <a:ext cx="10288" cy="3924736"/>
          </a:xfrm>
          <a:custGeom>
            <a:avLst/>
            <a:gdLst/>
            <a:ahLst/>
            <a:cxnLst/>
            <a:rect l="l" t="t" r="r" b="b"/>
            <a:pathLst>
              <a:path w="13717" h="5232981">
                <a:moveTo>
                  <a:pt x="0" y="0"/>
                </a:moveTo>
                <a:lnTo>
                  <a:pt x="13717" y="13716"/>
                </a:lnTo>
                <a:lnTo>
                  <a:pt x="13717" y="5219264"/>
                </a:lnTo>
                <a:lnTo>
                  <a:pt x="1" y="523298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0" name="Rectangle 98"/>
          <p:cNvSpPr/>
          <p:nvPr/>
        </p:nvSpPr>
        <p:spPr>
          <a:xfrm rot="2700000">
            <a:off x="8067063" y="846028"/>
            <a:ext cx="10287" cy="3030403"/>
          </a:xfrm>
          <a:custGeom>
            <a:avLst/>
            <a:gdLst/>
            <a:ahLst/>
            <a:cxnLst/>
            <a:rect l="l" t="t" r="r" b="b"/>
            <a:pathLst>
              <a:path w="13716" h="4040537">
                <a:moveTo>
                  <a:pt x="0" y="0"/>
                </a:moveTo>
                <a:lnTo>
                  <a:pt x="13716" y="13716"/>
                </a:lnTo>
                <a:lnTo>
                  <a:pt x="13715" y="4026822"/>
                </a:lnTo>
                <a:lnTo>
                  <a:pt x="1" y="404053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1" name="Rectangle 99"/>
          <p:cNvSpPr/>
          <p:nvPr/>
        </p:nvSpPr>
        <p:spPr>
          <a:xfrm rot="2700000">
            <a:off x="8383259" y="1609390"/>
            <a:ext cx="10287" cy="2136068"/>
          </a:xfrm>
          <a:custGeom>
            <a:avLst/>
            <a:gdLst/>
            <a:ahLst/>
            <a:cxnLst/>
            <a:rect l="l" t="t" r="r" b="b"/>
            <a:pathLst>
              <a:path w="13716" h="2848091">
                <a:moveTo>
                  <a:pt x="0" y="0"/>
                </a:moveTo>
                <a:lnTo>
                  <a:pt x="13716" y="13716"/>
                </a:lnTo>
                <a:lnTo>
                  <a:pt x="13715" y="2834375"/>
                </a:lnTo>
                <a:lnTo>
                  <a:pt x="0" y="284809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2" name="Rectangle 100"/>
          <p:cNvSpPr/>
          <p:nvPr/>
        </p:nvSpPr>
        <p:spPr>
          <a:xfrm rot="2700000">
            <a:off x="8699455" y="2372752"/>
            <a:ext cx="10286" cy="1241733"/>
          </a:xfrm>
          <a:custGeom>
            <a:avLst/>
            <a:gdLst/>
            <a:ahLst/>
            <a:cxnLst/>
            <a:rect l="l" t="t" r="r" b="b"/>
            <a:pathLst>
              <a:path w="13715" h="1655644">
                <a:moveTo>
                  <a:pt x="0" y="0"/>
                </a:moveTo>
                <a:lnTo>
                  <a:pt x="13715" y="13716"/>
                </a:lnTo>
                <a:lnTo>
                  <a:pt x="13715" y="1641929"/>
                </a:lnTo>
                <a:lnTo>
                  <a:pt x="0" y="1655644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3" name="Rectangle 101"/>
          <p:cNvSpPr/>
          <p:nvPr/>
        </p:nvSpPr>
        <p:spPr>
          <a:xfrm rot="2700000">
            <a:off x="9015652" y="3136120"/>
            <a:ext cx="10286" cy="347392"/>
          </a:xfrm>
          <a:custGeom>
            <a:avLst/>
            <a:gdLst/>
            <a:ahLst/>
            <a:cxnLst/>
            <a:rect l="l" t="t" r="r" b="b"/>
            <a:pathLst>
              <a:path w="13715" h="463189">
                <a:moveTo>
                  <a:pt x="1" y="0"/>
                </a:moveTo>
                <a:lnTo>
                  <a:pt x="13715" y="13716"/>
                </a:lnTo>
                <a:lnTo>
                  <a:pt x="13715" y="449474"/>
                </a:lnTo>
                <a:lnTo>
                  <a:pt x="0" y="46318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4" name="Rectangle 102"/>
          <p:cNvSpPr/>
          <p:nvPr/>
        </p:nvSpPr>
        <p:spPr>
          <a:xfrm rot="2700000">
            <a:off x="152458" y="-70424"/>
            <a:ext cx="10287" cy="456051"/>
          </a:xfrm>
          <a:custGeom>
            <a:avLst/>
            <a:gdLst/>
            <a:ahLst/>
            <a:cxnLst/>
            <a:rect l="l" t="t" r="r" b="b"/>
            <a:pathLst>
              <a:path w="13716" h="608068">
                <a:moveTo>
                  <a:pt x="0" y="13716"/>
                </a:moveTo>
                <a:lnTo>
                  <a:pt x="13716" y="0"/>
                </a:lnTo>
                <a:lnTo>
                  <a:pt x="13716" y="608068"/>
                </a:lnTo>
                <a:lnTo>
                  <a:pt x="0" y="59435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5" name="Rectangle 103"/>
          <p:cNvSpPr/>
          <p:nvPr/>
        </p:nvSpPr>
        <p:spPr>
          <a:xfrm rot="2700000">
            <a:off x="468653" y="-201397"/>
            <a:ext cx="10287" cy="1350386"/>
          </a:xfrm>
          <a:custGeom>
            <a:avLst/>
            <a:gdLst/>
            <a:ahLst/>
            <a:cxnLst/>
            <a:rect l="l" t="t" r="r" b="b"/>
            <a:pathLst>
              <a:path w="13716" h="1800514">
                <a:moveTo>
                  <a:pt x="0" y="13716"/>
                </a:moveTo>
                <a:lnTo>
                  <a:pt x="13716" y="0"/>
                </a:lnTo>
                <a:lnTo>
                  <a:pt x="13716" y="1800514"/>
                </a:lnTo>
                <a:lnTo>
                  <a:pt x="0" y="178679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6" name="Rectangle 104"/>
          <p:cNvSpPr/>
          <p:nvPr/>
        </p:nvSpPr>
        <p:spPr>
          <a:xfrm rot="2700000">
            <a:off x="784847" y="-332369"/>
            <a:ext cx="10287" cy="2244719"/>
          </a:xfrm>
          <a:custGeom>
            <a:avLst/>
            <a:gdLst/>
            <a:ahLst/>
            <a:cxnLst/>
            <a:rect l="l" t="t" r="r" b="b"/>
            <a:pathLst>
              <a:path w="13716" h="2992958">
                <a:moveTo>
                  <a:pt x="0" y="13716"/>
                </a:moveTo>
                <a:lnTo>
                  <a:pt x="13716" y="0"/>
                </a:lnTo>
                <a:lnTo>
                  <a:pt x="13716" y="2992958"/>
                </a:lnTo>
                <a:lnTo>
                  <a:pt x="0" y="297924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7" name="Rectangle 105"/>
          <p:cNvSpPr/>
          <p:nvPr/>
        </p:nvSpPr>
        <p:spPr>
          <a:xfrm rot="2700000">
            <a:off x="1101042" y="-463341"/>
            <a:ext cx="10287" cy="3139053"/>
          </a:xfrm>
          <a:custGeom>
            <a:avLst/>
            <a:gdLst/>
            <a:ahLst/>
            <a:cxnLst/>
            <a:rect l="l" t="t" r="r" b="b"/>
            <a:pathLst>
              <a:path w="13716" h="4185404">
                <a:moveTo>
                  <a:pt x="0" y="13716"/>
                </a:moveTo>
                <a:lnTo>
                  <a:pt x="13716" y="0"/>
                </a:lnTo>
                <a:lnTo>
                  <a:pt x="13716" y="4185404"/>
                </a:lnTo>
                <a:lnTo>
                  <a:pt x="0" y="417168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8" name="Rectangle 106"/>
          <p:cNvSpPr/>
          <p:nvPr/>
        </p:nvSpPr>
        <p:spPr>
          <a:xfrm rot="2700000">
            <a:off x="1417237" y="-594312"/>
            <a:ext cx="10287" cy="4033387"/>
          </a:xfrm>
          <a:custGeom>
            <a:avLst/>
            <a:gdLst/>
            <a:ahLst/>
            <a:cxnLst/>
            <a:rect l="l" t="t" r="r" b="b"/>
            <a:pathLst>
              <a:path w="13716" h="5377849">
                <a:moveTo>
                  <a:pt x="0" y="13716"/>
                </a:moveTo>
                <a:lnTo>
                  <a:pt x="13716" y="0"/>
                </a:lnTo>
                <a:lnTo>
                  <a:pt x="13716" y="5377849"/>
                </a:lnTo>
                <a:lnTo>
                  <a:pt x="0" y="536413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9" name="Rectangle 148"/>
          <p:cNvSpPr/>
          <p:nvPr/>
        </p:nvSpPr>
        <p:spPr>
          <a:xfrm rot="18900000" flipV="1">
            <a:off x="1552927" y="-337657"/>
            <a:ext cx="10287" cy="4417175"/>
          </a:xfrm>
          <a:custGeom>
            <a:avLst/>
            <a:gdLst/>
            <a:ahLst/>
            <a:cxnLst/>
            <a:rect l="l" t="t" r="r" b="b"/>
            <a:pathLst>
              <a:path w="13716" h="5889566">
                <a:moveTo>
                  <a:pt x="13716" y="5889566"/>
                </a:moveTo>
                <a:lnTo>
                  <a:pt x="13716" y="0"/>
                </a:lnTo>
                <a:lnTo>
                  <a:pt x="0" y="13716"/>
                </a:lnTo>
                <a:lnTo>
                  <a:pt x="0" y="587585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0" name="Rectangle 323"/>
          <p:cNvSpPr/>
          <p:nvPr/>
        </p:nvSpPr>
        <p:spPr>
          <a:xfrm rot="18900000" flipV="1">
            <a:off x="1236732" y="425708"/>
            <a:ext cx="10287" cy="3522839"/>
          </a:xfrm>
          <a:custGeom>
            <a:avLst/>
            <a:gdLst/>
            <a:ahLst/>
            <a:cxnLst/>
            <a:rect l="l" t="t" r="r" b="b"/>
            <a:pathLst>
              <a:path w="13716" h="4697119">
                <a:moveTo>
                  <a:pt x="13716" y="4697119"/>
                </a:moveTo>
                <a:lnTo>
                  <a:pt x="13716" y="0"/>
                </a:lnTo>
                <a:lnTo>
                  <a:pt x="0" y="13716"/>
                </a:lnTo>
                <a:lnTo>
                  <a:pt x="0" y="46834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1" name="Rectangle 324"/>
          <p:cNvSpPr/>
          <p:nvPr/>
        </p:nvSpPr>
        <p:spPr>
          <a:xfrm rot="18900000" flipV="1">
            <a:off x="920537" y="1189068"/>
            <a:ext cx="10287" cy="2628506"/>
          </a:xfrm>
          <a:custGeom>
            <a:avLst/>
            <a:gdLst/>
            <a:ahLst/>
            <a:cxnLst/>
            <a:rect l="l" t="t" r="r" b="b"/>
            <a:pathLst>
              <a:path w="13716" h="3504674">
                <a:moveTo>
                  <a:pt x="13716" y="3504674"/>
                </a:moveTo>
                <a:lnTo>
                  <a:pt x="13716" y="0"/>
                </a:lnTo>
                <a:lnTo>
                  <a:pt x="0" y="13716"/>
                </a:lnTo>
                <a:lnTo>
                  <a:pt x="0" y="349095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2" name="Rectangle 325"/>
          <p:cNvSpPr/>
          <p:nvPr/>
        </p:nvSpPr>
        <p:spPr>
          <a:xfrm rot="18900000" flipV="1">
            <a:off x="604343" y="1952431"/>
            <a:ext cx="10287" cy="1734170"/>
          </a:xfrm>
          <a:custGeom>
            <a:avLst/>
            <a:gdLst/>
            <a:ahLst/>
            <a:cxnLst/>
            <a:rect l="l" t="t" r="r" b="b"/>
            <a:pathLst>
              <a:path w="13716" h="2312226">
                <a:moveTo>
                  <a:pt x="13716" y="2312226"/>
                </a:moveTo>
                <a:lnTo>
                  <a:pt x="13716" y="0"/>
                </a:lnTo>
                <a:lnTo>
                  <a:pt x="0" y="13716"/>
                </a:lnTo>
                <a:lnTo>
                  <a:pt x="0" y="229851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3" name="Rectangle 326"/>
          <p:cNvSpPr/>
          <p:nvPr/>
        </p:nvSpPr>
        <p:spPr>
          <a:xfrm rot="18900000" flipV="1">
            <a:off x="288149" y="2715793"/>
            <a:ext cx="10287" cy="839837"/>
          </a:xfrm>
          <a:custGeom>
            <a:avLst/>
            <a:gdLst/>
            <a:ahLst/>
            <a:cxnLst/>
            <a:rect l="l" t="t" r="r" b="b"/>
            <a:pathLst>
              <a:path w="13716" h="1119782">
                <a:moveTo>
                  <a:pt x="13716" y="1119782"/>
                </a:moveTo>
                <a:lnTo>
                  <a:pt x="13716" y="0"/>
                </a:lnTo>
                <a:lnTo>
                  <a:pt x="0" y="13716"/>
                </a:lnTo>
                <a:lnTo>
                  <a:pt x="0" y="110606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4" name="Rectangle 371"/>
          <p:cNvSpPr/>
          <p:nvPr/>
        </p:nvSpPr>
        <p:spPr>
          <a:xfrm rot="18900000" flipV="1">
            <a:off x="2028885" y="-715312"/>
            <a:ext cx="10287" cy="4859625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5" name="Rectangle 373"/>
          <p:cNvSpPr/>
          <p:nvPr/>
        </p:nvSpPr>
        <p:spPr>
          <a:xfrm rot="18900000" flipV="1">
            <a:off x="3293664" y="-715312"/>
            <a:ext cx="10287" cy="4859625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5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6" name="Rectangle 375"/>
          <p:cNvSpPr/>
          <p:nvPr/>
        </p:nvSpPr>
        <p:spPr>
          <a:xfrm rot="18900000" flipV="1">
            <a:off x="4558444" y="-715312"/>
            <a:ext cx="10287" cy="4859626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6479501"/>
                </a:moveTo>
                <a:lnTo>
                  <a:pt x="13716" y="6465785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7" name="Rectangle 376"/>
          <p:cNvSpPr/>
          <p:nvPr/>
        </p:nvSpPr>
        <p:spPr>
          <a:xfrm rot="18900000" flipV="1">
            <a:off x="5187196" y="-724093"/>
            <a:ext cx="10287" cy="4869914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7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8" name="Rectangle 377"/>
          <p:cNvSpPr/>
          <p:nvPr/>
        </p:nvSpPr>
        <p:spPr>
          <a:xfrm rot="18900000" flipV="1">
            <a:off x="5819586" y="-724093"/>
            <a:ext cx="10288" cy="4869914"/>
          </a:xfrm>
          <a:custGeom>
            <a:avLst/>
            <a:gdLst/>
            <a:ahLst/>
            <a:cxnLst/>
            <a:rect l="l" t="t" r="r" b="b"/>
            <a:pathLst>
              <a:path w="13717" h="6493219">
                <a:moveTo>
                  <a:pt x="0" y="6493219"/>
                </a:moveTo>
                <a:lnTo>
                  <a:pt x="13716" y="6479502"/>
                </a:lnTo>
                <a:lnTo>
                  <a:pt x="13717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9" name="Rectangle 378"/>
          <p:cNvSpPr/>
          <p:nvPr/>
        </p:nvSpPr>
        <p:spPr>
          <a:xfrm rot="18900000" flipV="1">
            <a:off x="6451975" y="-724093"/>
            <a:ext cx="10287" cy="4869914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6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0" name="Rectangle 138"/>
          <p:cNvSpPr/>
          <p:nvPr/>
        </p:nvSpPr>
        <p:spPr>
          <a:xfrm rot="18900000" flipV="1">
            <a:off x="7566726" y="-661951"/>
            <a:ext cx="10287" cy="4445573"/>
          </a:xfrm>
          <a:custGeom>
            <a:avLst/>
            <a:gdLst/>
            <a:ahLst/>
            <a:cxnLst/>
            <a:rect l="l" t="t" r="r" b="b"/>
            <a:pathLst>
              <a:path w="13716" h="5927431">
                <a:moveTo>
                  <a:pt x="0" y="5927431"/>
                </a:moveTo>
                <a:lnTo>
                  <a:pt x="13715" y="5913716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1" name="Rectangle 139"/>
          <p:cNvSpPr/>
          <p:nvPr/>
        </p:nvSpPr>
        <p:spPr>
          <a:xfrm rot="18900000" flipV="1">
            <a:off x="7882922" y="-530978"/>
            <a:ext cx="10287" cy="3551239"/>
          </a:xfrm>
          <a:custGeom>
            <a:avLst/>
            <a:gdLst/>
            <a:ahLst/>
            <a:cxnLst/>
            <a:rect l="l" t="t" r="r" b="b"/>
            <a:pathLst>
              <a:path w="13716" h="4734985">
                <a:moveTo>
                  <a:pt x="0" y="4734985"/>
                </a:moveTo>
                <a:lnTo>
                  <a:pt x="13715" y="4721270"/>
                </a:lnTo>
                <a:lnTo>
                  <a:pt x="13716" y="137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2" name="Rectangle 140"/>
          <p:cNvSpPr/>
          <p:nvPr/>
        </p:nvSpPr>
        <p:spPr>
          <a:xfrm rot="18900000" flipV="1">
            <a:off x="8199116" y="-400007"/>
            <a:ext cx="10287" cy="2656905"/>
          </a:xfrm>
          <a:custGeom>
            <a:avLst/>
            <a:gdLst/>
            <a:ahLst/>
            <a:cxnLst/>
            <a:rect l="l" t="t" r="r" b="b"/>
            <a:pathLst>
              <a:path w="13716" h="3542540">
                <a:moveTo>
                  <a:pt x="0" y="3542540"/>
                </a:moveTo>
                <a:lnTo>
                  <a:pt x="13715" y="3528825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3" name="Rectangle 141"/>
          <p:cNvSpPr/>
          <p:nvPr/>
        </p:nvSpPr>
        <p:spPr>
          <a:xfrm rot="18900000" flipV="1">
            <a:off x="8515311" y="-269034"/>
            <a:ext cx="10287" cy="1762571"/>
          </a:xfrm>
          <a:custGeom>
            <a:avLst/>
            <a:gdLst/>
            <a:ahLst/>
            <a:cxnLst/>
            <a:rect l="l" t="t" r="r" b="b"/>
            <a:pathLst>
              <a:path w="13716" h="2350095">
                <a:moveTo>
                  <a:pt x="0" y="2350095"/>
                </a:moveTo>
                <a:lnTo>
                  <a:pt x="13715" y="2336380"/>
                </a:lnTo>
                <a:lnTo>
                  <a:pt x="13716" y="137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4" name="Rectangle 142"/>
          <p:cNvSpPr/>
          <p:nvPr/>
        </p:nvSpPr>
        <p:spPr>
          <a:xfrm rot="18900000" flipV="1">
            <a:off x="8831506" y="-138063"/>
            <a:ext cx="10287" cy="868238"/>
          </a:xfrm>
          <a:custGeom>
            <a:avLst/>
            <a:gdLst/>
            <a:ahLst/>
            <a:cxnLst/>
            <a:rect l="l" t="t" r="r" b="b"/>
            <a:pathLst>
              <a:path w="13716" h="1157650">
                <a:moveTo>
                  <a:pt x="0" y="1157650"/>
                </a:moveTo>
                <a:lnTo>
                  <a:pt x="13716" y="1143934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5" name="Rectangle 372"/>
          <p:cNvSpPr/>
          <p:nvPr/>
        </p:nvSpPr>
        <p:spPr>
          <a:xfrm rot="18900000" flipV="1">
            <a:off x="2657638" y="-724093"/>
            <a:ext cx="10287" cy="4869914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0" y="6493219"/>
                </a:moveTo>
                <a:lnTo>
                  <a:pt x="13716" y="6479503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6" name="Rectangle 374"/>
          <p:cNvSpPr/>
          <p:nvPr/>
        </p:nvSpPr>
        <p:spPr>
          <a:xfrm rot="18900000" flipV="1">
            <a:off x="3922417" y="-724094"/>
            <a:ext cx="10287" cy="4869915"/>
          </a:xfrm>
          <a:custGeom>
            <a:avLst/>
            <a:gdLst/>
            <a:ahLst/>
            <a:cxnLst/>
            <a:rect l="l" t="t" r="r" b="b"/>
            <a:pathLst>
              <a:path w="13716" h="6493220">
                <a:moveTo>
                  <a:pt x="0" y="6493220"/>
                </a:moveTo>
                <a:lnTo>
                  <a:pt x="13716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7" name="Teardrop 3"/>
          <p:cNvSpPr/>
          <p:nvPr/>
        </p:nvSpPr>
        <p:spPr>
          <a:xfrm rot="5400000" flipH="1" flipV="1">
            <a:off x="4832079" y="8215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8" name="Teardrop 3"/>
          <p:cNvSpPr/>
          <p:nvPr/>
        </p:nvSpPr>
        <p:spPr>
          <a:xfrm rot="5400000" flipH="1" flipV="1">
            <a:off x="-111581" y="193736"/>
            <a:ext cx="459486" cy="236325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1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6" y="223846"/>
                </a:cubicBezTo>
                <a:lnTo>
                  <a:pt x="221347" y="232509"/>
                </a:lnTo>
                <a:cubicBezTo>
                  <a:pt x="224389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0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1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4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8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1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9" name="Teardrop 3"/>
          <p:cNvSpPr/>
          <p:nvPr/>
        </p:nvSpPr>
        <p:spPr>
          <a:xfrm rot="5400000" flipH="1" flipV="1">
            <a:off x="1040649" y="8215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0" name="Teardrop 3"/>
          <p:cNvSpPr/>
          <p:nvPr/>
        </p:nvSpPr>
        <p:spPr>
          <a:xfrm rot="5400000" flipH="1" flipV="1">
            <a:off x="1672554" y="8215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1" name="Teardrop 3"/>
          <p:cNvSpPr/>
          <p:nvPr/>
        </p:nvSpPr>
        <p:spPr>
          <a:xfrm rot="5400000" flipH="1" flipV="1">
            <a:off x="2304459" y="8215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2" name="Teardrop 3"/>
          <p:cNvSpPr/>
          <p:nvPr/>
        </p:nvSpPr>
        <p:spPr>
          <a:xfrm rot="5400000" flipH="1" flipV="1">
            <a:off x="2936364" y="8215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3" name="Teardrop 3"/>
          <p:cNvSpPr/>
          <p:nvPr/>
        </p:nvSpPr>
        <p:spPr>
          <a:xfrm rot="5400000" flipH="1" flipV="1">
            <a:off x="3568269" y="8215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4" name="Teardrop 3"/>
          <p:cNvSpPr/>
          <p:nvPr/>
        </p:nvSpPr>
        <p:spPr>
          <a:xfrm rot="5400000" flipH="1" flipV="1">
            <a:off x="4200174" y="8215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5" name="Teardrop 3"/>
          <p:cNvSpPr/>
          <p:nvPr/>
        </p:nvSpPr>
        <p:spPr>
          <a:xfrm rot="5400000" flipH="1" flipV="1">
            <a:off x="6095889" y="8215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6" name="Teardrop 3"/>
          <p:cNvSpPr/>
          <p:nvPr/>
        </p:nvSpPr>
        <p:spPr>
          <a:xfrm rot="5400000" flipH="1" flipV="1">
            <a:off x="5463984" y="8215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7" name="Teardrop 3"/>
          <p:cNvSpPr/>
          <p:nvPr/>
        </p:nvSpPr>
        <p:spPr>
          <a:xfrm rot="5400000" flipH="1" flipV="1">
            <a:off x="7359699" y="8215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8" name="Teardrop 3"/>
          <p:cNvSpPr/>
          <p:nvPr/>
        </p:nvSpPr>
        <p:spPr>
          <a:xfrm rot="5400000" flipH="1" flipV="1">
            <a:off x="6727794" y="8215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9" name="Teardrop 3"/>
          <p:cNvSpPr/>
          <p:nvPr/>
        </p:nvSpPr>
        <p:spPr>
          <a:xfrm rot="5400000" flipH="1" flipV="1">
            <a:off x="8623508" y="8215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0" name="Teardrop 3"/>
          <p:cNvSpPr/>
          <p:nvPr/>
        </p:nvSpPr>
        <p:spPr>
          <a:xfrm rot="5400000" flipH="1" flipV="1">
            <a:off x="7991604" y="8215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1" name="Teardrop 3"/>
          <p:cNvSpPr/>
          <p:nvPr/>
        </p:nvSpPr>
        <p:spPr>
          <a:xfrm rot="5400000" flipH="1" flipV="1">
            <a:off x="408744" y="8215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2" name="Oval 591"/>
          <p:cNvSpPr/>
          <p:nvPr/>
        </p:nvSpPr>
        <p:spPr>
          <a:xfrm>
            <a:off x="4998384" y="24877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3" name="Oval 167"/>
          <p:cNvSpPr/>
          <p:nvPr/>
        </p:nvSpPr>
        <p:spPr>
          <a:xfrm>
            <a:off x="0" y="248774"/>
            <a:ext cx="70457" cy="3180227"/>
          </a:xfrm>
          <a:custGeom>
            <a:avLst/>
            <a:gdLst/>
            <a:ahLst/>
            <a:cxnLst/>
            <a:rect l="l" t="t" r="r" b="b"/>
            <a:pathLst>
              <a:path w="93942" h="4240302">
                <a:moveTo>
                  <a:pt x="9066" y="4229620"/>
                </a:moveTo>
                <a:cubicBezTo>
                  <a:pt x="23324" y="4229620"/>
                  <a:pt x="36761" y="4233136"/>
                  <a:pt x="48054" y="4240302"/>
                </a:cubicBezTo>
                <a:lnTo>
                  <a:pt x="0" y="4240302"/>
                </a:lnTo>
                <a:lnTo>
                  <a:pt x="0" y="4231451"/>
                </a:lnTo>
                <a:cubicBezTo>
                  <a:pt x="2881" y="4229788"/>
                  <a:pt x="5954" y="4229620"/>
                  <a:pt x="9066" y="4229620"/>
                </a:cubicBezTo>
                <a:close/>
                <a:moveTo>
                  <a:pt x="9066" y="3380947"/>
                </a:moveTo>
                <a:cubicBezTo>
                  <a:pt x="55942" y="3380947"/>
                  <a:pt x="93942" y="3418947"/>
                  <a:pt x="93942" y="3465822"/>
                </a:cubicBezTo>
                <a:cubicBezTo>
                  <a:pt x="93942" y="3512697"/>
                  <a:pt x="55942" y="3550697"/>
                  <a:pt x="9066" y="3550697"/>
                </a:cubicBezTo>
                <a:lnTo>
                  <a:pt x="0" y="3548867"/>
                </a:lnTo>
                <a:lnTo>
                  <a:pt x="0" y="3382777"/>
                </a:lnTo>
                <a:cubicBezTo>
                  <a:pt x="2881" y="3381115"/>
                  <a:pt x="5954" y="3380947"/>
                  <a:pt x="9066" y="3380947"/>
                </a:cubicBezTo>
                <a:close/>
                <a:moveTo>
                  <a:pt x="9066" y="2536768"/>
                </a:moveTo>
                <a:cubicBezTo>
                  <a:pt x="55942" y="2536768"/>
                  <a:pt x="93942" y="2574768"/>
                  <a:pt x="93942" y="2621643"/>
                </a:cubicBezTo>
                <a:cubicBezTo>
                  <a:pt x="93942" y="2668518"/>
                  <a:pt x="55942" y="2706518"/>
                  <a:pt x="9066" y="2706518"/>
                </a:cubicBezTo>
                <a:lnTo>
                  <a:pt x="0" y="2704688"/>
                </a:lnTo>
                <a:lnTo>
                  <a:pt x="0" y="2538598"/>
                </a:lnTo>
                <a:cubicBezTo>
                  <a:pt x="2881" y="2536936"/>
                  <a:pt x="5954" y="2536768"/>
                  <a:pt x="9066" y="2536768"/>
                </a:cubicBezTo>
                <a:close/>
                <a:moveTo>
                  <a:pt x="9066" y="1688095"/>
                </a:moveTo>
                <a:cubicBezTo>
                  <a:pt x="55942" y="1688095"/>
                  <a:pt x="93942" y="1726095"/>
                  <a:pt x="93942" y="1772970"/>
                </a:cubicBezTo>
                <a:cubicBezTo>
                  <a:pt x="93942" y="1819845"/>
                  <a:pt x="55942" y="1857845"/>
                  <a:pt x="9066" y="1857845"/>
                </a:cubicBezTo>
                <a:lnTo>
                  <a:pt x="0" y="1856015"/>
                </a:lnTo>
                <a:lnTo>
                  <a:pt x="0" y="1689925"/>
                </a:lnTo>
                <a:cubicBezTo>
                  <a:pt x="2881" y="1688263"/>
                  <a:pt x="5954" y="1688095"/>
                  <a:pt x="9066" y="1688095"/>
                </a:cubicBezTo>
                <a:close/>
                <a:moveTo>
                  <a:pt x="9066" y="845498"/>
                </a:moveTo>
                <a:cubicBezTo>
                  <a:pt x="55942" y="845498"/>
                  <a:pt x="93942" y="883498"/>
                  <a:pt x="93942" y="930373"/>
                </a:cubicBezTo>
                <a:cubicBezTo>
                  <a:pt x="93942" y="977248"/>
                  <a:pt x="55942" y="1015248"/>
                  <a:pt x="9066" y="1015248"/>
                </a:cubicBezTo>
                <a:lnTo>
                  <a:pt x="0" y="1013418"/>
                </a:lnTo>
                <a:lnTo>
                  <a:pt x="0" y="847328"/>
                </a:lnTo>
                <a:cubicBezTo>
                  <a:pt x="2881" y="845666"/>
                  <a:pt x="5954" y="845498"/>
                  <a:pt x="9066" y="845498"/>
                </a:cubicBezTo>
                <a:close/>
                <a:moveTo>
                  <a:pt x="9066" y="0"/>
                </a:moveTo>
                <a:cubicBezTo>
                  <a:pt x="55942" y="0"/>
                  <a:pt x="93942" y="38000"/>
                  <a:pt x="93942" y="84875"/>
                </a:cubicBezTo>
                <a:cubicBezTo>
                  <a:pt x="93942" y="131750"/>
                  <a:pt x="55942" y="169750"/>
                  <a:pt x="9066" y="169750"/>
                </a:cubicBezTo>
                <a:lnTo>
                  <a:pt x="0" y="167920"/>
                </a:lnTo>
                <a:lnTo>
                  <a:pt x="0" y="1830"/>
                </a:lnTo>
                <a:cubicBezTo>
                  <a:pt x="2881" y="167"/>
                  <a:pt x="5954" y="0"/>
                  <a:pt x="906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4" name="Oval 593"/>
          <p:cNvSpPr/>
          <p:nvPr/>
        </p:nvSpPr>
        <p:spPr>
          <a:xfrm>
            <a:off x="575049" y="24877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5" name="Oval 594"/>
          <p:cNvSpPr/>
          <p:nvPr/>
        </p:nvSpPr>
        <p:spPr>
          <a:xfrm>
            <a:off x="1206954" y="24877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6" name="Oval 595"/>
          <p:cNvSpPr/>
          <p:nvPr/>
        </p:nvSpPr>
        <p:spPr>
          <a:xfrm>
            <a:off x="1838859" y="24877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7" name="Oval 596"/>
          <p:cNvSpPr/>
          <p:nvPr/>
        </p:nvSpPr>
        <p:spPr>
          <a:xfrm>
            <a:off x="2470764" y="24877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8" name="Oval 597"/>
          <p:cNvSpPr/>
          <p:nvPr/>
        </p:nvSpPr>
        <p:spPr>
          <a:xfrm>
            <a:off x="3102669" y="24877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9" name="Oval 598"/>
          <p:cNvSpPr/>
          <p:nvPr/>
        </p:nvSpPr>
        <p:spPr>
          <a:xfrm>
            <a:off x="3734574" y="24877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0" name="Oval 599"/>
          <p:cNvSpPr/>
          <p:nvPr/>
        </p:nvSpPr>
        <p:spPr>
          <a:xfrm>
            <a:off x="4366479" y="24877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1" name="Oval 600"/>
          <p:cNvSpPr/>
          <p:nvPr/>
        </p:nvSpPr>
        <p:spPr>
          <a:xfrm>
            <a:off x="6262194" y="24877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2" name="Oval 601"/>
          <p:cNvSpPr/>
          <p:nvPr/>
        </p:nvSpPr>
        <p:spPr>
          <a:xfrm>
            <a:off x="5630289" y="24877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3" name="Oval 602"/>
          <p:cNvSpPr/>
          <p:nvPr/>
        </p:nvSpPr>
        <p:spPr>
          <a:xfrm>
            <a:off x="7526004" y="24877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4" name="Oval 603"/>
          <p:cNvSpPr/>
          <p:nvPr/>
        </p:nvSpPr>
        <p:spPr>
          <a:xfrm>
            <a:off x="6894099" y="24877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5" name="Oval 604"/>
          <p:cNvSpPr/>
          <p:nvPr/>
        </p:nvSpPr>
        <p:spPr>
          <a:xfrm>
            <a:off x="8789813" y="24877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6" name="Oval 605"/>
          <p:cNvSpPr/>
          <p:nvPr/>
        </p:nvSpPr>
        <p:spPr>
          <a:xfrm>
            <a:off x="8157909" y="24877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7" name="Teardrop 3"/>
          <p:cNvSpPr/>
          <p:nvPr/>
        </p:nvSpPr>
        <p:spPr>
          <a:xfrm rot="5400000" flipH="1" flipV="1">
            <a:off x="4515886" y="39767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8" name="Teardrop 3"/>
          <p:cNvSpPr/>
          <p:nvPr/>
        </p:nvSpPr>
        <p:spPr>
          <a:xfrm rot="5400000" flipH="1" flipV="1">
            <a:off x="724457" y="39767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9" name="Teardrop 3"/>
          <p:cNvSpPr/>
          <p:nvPr/>
        </p:nvSpPr>
        <p:spPr>
          <a:xfrm rot="5400000" flipH="1" flipV="1">
            <a:off x="1356362" y="39767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0" name="Teardrop 3"/>
          <p:cNvSpPr/>
          <p:nvPr/>
        </p:nvSpPr>
        <p:spPr>
          <a:xfrm rot="5400000" flipH="1" flipV="1">
            <a:off x="1988267" y="39767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1" name="Teardrop 3"/>
          <p:cNvSpPr/>
          <p:nvPr/>
        </p:nvSpPr>
        <p:spPr>
          <a:xfrm rot="5400000" flipH="1" flipV="1">
            <a:off x="2620172" y="39767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2" name="Teardrop 3"/>
          <p:cNvSpPr/>
          <p:nvPr/>
        </p:nvSpPr>
        <p:spPr>
          <a:xfrm rot="5400000" flipH="1" flipV="1">
            <a:off x="3252077" y="39767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3" name="Teardrop 3"/>
          <p:cNvSpPr/>
          <p:nvPr/>
        </p:nvSpPr>
        <p:spPr>
          <a:xfrm rot="5400000" flipH="1" flipV="1">
            <a:off x="3883982" y="39767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4" name="Teardrop 3"/>
          <p:cNvSpPr/>
          <p:nvPr/>
        </p:nvSpPr>
        <p:spPr>
          <a:xfrm rot="5400000" flipH="1" flipV="1">
            <a:off x="5779697" y="39767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5" name="Teardrop 3"/>
          <p:cNvSpPr/>
          <p:nvPr/>
        </p:nvSpPr>
        <p:spPr>
          <a:xfrm rot="5400000" flipH="1" flipV="1">
            <a:off x="5147792" y="39767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6" name="Teardrop 3"/>
          <p:cNvSpPr/>
          <p:nvPr/>
        </p:nvSpPr>
        <p:spPr>
          <a:xfrm rot="5400000" flipH="1" flipV="1">
            <a:off x="7043507" y="39767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7" name="Teardrop 3"/>
          <p:cNvSpPr/>
          <p:nvPr/>
        </p:nvSpPr>
        <p:spPr>
          <a:xfrm rot="5400000" flipH="1" flipV="1">
            <a:off x="6411602" y="39767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8" name="Teardrop 3"/>
          <p:cNvSpPr/>
          <p:nvPr/>
        </p:nvSpPr>
        <p:spPr>
          <a:xfrm rot="5400000" flipH="1" flipV="1">
            <a:off x="8307316" y="39767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9" name="Teardrop 3"/>
          <p:cNvSpPr/>
          <p:nvPr/>
        </p:nvSpPr>
        <p:spPr>
          <a:xfrm rot="5400000" flipH="1" flipV="1">
            <a:off x="7675412" y="39767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0" name="Teardrop 3"/>
          <p:cNvSpPr/>
          <p:nvPr/>
        </p:nvSpPr>
        <p:spPr>
          <a:xfrm rot="5400000" flipH="1" flipV="1">
            <a:off x="92552" y="39767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1" name="Teardrop 3"/>
          <p:cNvSpPr/>
          <p:nvPr/>
        </p:nvSpPr>
        <p:spPr>
          <a:xfrm rot="5400000" flipH="1" flipV="1">
            <a:off x="8820002" y="514184"/>
            <a:ext cx="446835" cy="201161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69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2" name="Oval 621"/>
          <p:cNvSpPr/>
          <p:nvPr/>
        </p:nvSpPr>
        <p:spPr>
          <a:xfrm>
            <a:off x="5314990" y="563262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3" name="Oval 622"/>
          <p:cNvSpPr/>
          <p:nvPr/>
        </p:nvSpPr>
        <p:spPr>
          <a:xfrm>
            <a:off x="259750" y="563262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4" name="Oval 623"/>
          <p:cNvSpPr/>
          <p:nvPr/>
        </p:nvSpPr>
        <p:spPr>
          <a:xfrm>
            <a:off x="891655" y="563262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5" name="Oval 624"/>
          <p:cNvSpPr/>
          <p:nvPr/>
        </p:nvSpPr>
        <p:spPr>
          <a:xfrm>
            <a:off x="1523560" y="563262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6" name="Oval 625"/>
          <p:cNvSpPr/>
          <p:nvPr/>
        </p:nvSpPr>
        <p:spPr>
          <a:xfrm>
            <a:off x="2155465" y="563262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7" name="Oval 626"/>
          <p:cNvSpPr/>
          <p:nvPr/>
        </p:nvSpPr>
        <p:spPr>
          <a:xfrm>
            <a:off x="2787370" y="563262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8" name="Oval 627"/>
          <p:cNvSpPr/>
          <p:nvPr/>
        </p:nvSpPr>
        <p:spPr>
          <a:xfrm>
            <a:off x="3419275" y="563262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9" name="Oval 628"/>
          <p:cNvSpPr/>
          <p:nvPr/>
        </p:nvSpPr>
        <p:spPr>
          <a:xfrm>
            <a:off x="4051180" y="563262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0" name="Oval 629"/>
          <p:cNvSpPr/>
          <p:nvPr/>
        </p:nvSpPr>
        <p:spPr>
          <a:xfrm>
            <a:off x="4683085" y="563262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1" name="Oval 630"/>
          <p:cNvSpPr/>
          <p:nvPr/>
        </p:nvSpPr>
        <p:spPr>
          <a:xfrm>
            <a:off x="6578800" y="563262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2" name="Oval 631"/>
          <p:cNvSpPr/>
          <p:nvPr/>
        </p:nvSpPr>
        <p:spPr>
          <a:xfrm>
            <a:off x="5946895" y="563262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3" name="Oval 632"/>
          <p:cNvSpPr/>
          <p:nvPr/>
        </p:nvSpPr>
        <p:spPr>
          <a:xfrm>
            <a:off x="7842610" y="563262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4" name="Oval 633"/>
          <p:cNvSpPr/>
          <p:nvPr/>
        </p:nvSpPr>
        <p:spPr>
          <a:xfrm>
            <a:off x="7210705" y="563262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5" name="Oval 860"/>
          <p:cNvSpPr/>
          <p:nvPr/>
        </p:nvSpPr>
        <p:spPr>
          <a:xfrm>
            <a:off x="9106419" y="569139"/>
            <a:ext cx="37582" cy="2653825"/>
          </a:xfrm>
          <a:custGeom>
            <a:avLst/>
            <a:gdLst/>
            <a:ahLst/>
            <a:cxnLst/>
            <a:rect l="l" t="t" r="r" b="b"/>
            <a:pathLst>
              <a:path w="50109" h="3538433">
                <a:moveTo>
                  <a:pt x="50109" y="3384355"/>
                </a:moveTo>
                <a:lnTo>
                  <a:pt x="50109" y="3538433"/>
                </a:lnTo>
                <a:cubicBezTo>
                  <a:pt x="20497" y="3525461"/>
                  <a:pt x="0" y="3495821"/>
                  <a:pt x="0" y="3461394"/>
                </a:cubicBezTo>
                <a:cubicBezTo>
                  <a:pt x="0" y="3426967"/>
                  <a:pt x="20497" y="3397327"/>
                  <a:pt x="50109" y="3384355"/>
                </a:cubicBezTo>
                <a:close/>
                <a:moveTo>
                  <a:pt x="50109" y="2538350"/>
                </a:moveTo>
                <a:lnTo>
                  <a:pt x="50109" y="2692428"/>
                </a:lnTo>
                <a:cubicBezTo>
                  <a:pt x="20497" y="2679456"/>
                  <a:pt x="0" y="2649816"/>
                  <a:pt x="0" y="2615389"/>
                </a:cubicBezTo>
                <a:cubicBezTo>
                  <a:pt x="0" y="2580962"/>
                  <a:pt x="20497" y="2551322"/>
                  <a:pt x="50109" y="2538350"/>
                </a:cubicBezTo>
                <a:close/>
                <a:moveTo>
                  <a:pt x="50109" y="1688095"/>
                </a:moveTo>
                <a:lnTo>
                  <a:pt x="50109" y="1842173"/>
                </a:lnTo>
                <a:cubicBezTo>
                  <a:pt x="20497" y="1829201"/>
                  <a:pt x="0" y="1799561"/>
                  <a:pt x="0" y="1765134"/>
                </a:cubicBezTo>
                <a:cubicBezTo>
                  <a:pt x="0" y="1730707"/>
                  <a:pt x="20497" y="1701067"/>
                  <a:pt x="50109" y="1688095"/>
                </a:cubicBezTo>
                <a:close/>
                <a:moveTo>
                  <a:pt x="50109" y="845498"/>
                </a:moveTo>
                <a:lnTo>
                  <a:pt x="50109" y="999576"/>
                </a:lnTo>
                <a:cubicBezTo>
                  <a:pt x="20497" y="986604"/>
                  <a:pt x="0" y="956964"/>
                  <a:pt x="0" y="922537"/>
                </a:cubicBezTo>
                <a:cubicBezTo>
                  <a:pt x="0" y="888110"/>
                  <a:pt x="20497" y="858470"/>
                  <a:pt x="50109" y="845498"/>
                </a:cubicBezTo>
                <a:close/>
                <a:moveTo>
                  <a:pt x="50109" y="0"/>
                </a:moveTo>
                <a:lnTo>
                  <a:pt x="50109" y="154078"/>
                </a:lnTo>
                <a:cubicBezTo>
                  <a:pt x="20497" y="141106"/>
                  <a:pt x="0" y="111466"/>
                  <a:pt x="0" y="77039"/>
                </a:cubicBezTo>
                <a:cubicBezTo>
                  <a:pt x="0" y="42612"/>
                  <a:pt x="20497" y="12972"/>
                  <a:pt x="501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6" name="Oval 635"/>
          <p:cNvSpPr/>
          <p:nvPr/>
        </p:nvSpPr>
        <p:spPr>
          <a:xfrm>
            <a:off x="8474515" y="563262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7" name="Teardrop 3"/>
          <p:cNvSpPr/>
          <p:nvPr/>
        </p:nvSpPr>
        <p:spPr>
          <a:xfrm rot="5400000" flipH="1" flipV="1">
            <a:off x="4630509" y="-122308"/>
            <a:ext cx="230240" cy="459486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8" name="Teardrop 3"/>
          <p:cNvSpPr/>
          <p:nvPr/>
        </p:nvSpPr>
        <p:spPr>
          <a:xfrm rot="5400000" flipH="1" flipV="1">
            <a:off x="839080" y="-122308"/>
            <a:ext cx="230240" cy="459486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9" name="Teardrop 3"/>
          <p:cNvSpPr/>
          <p:nvPr/>
        </p:nvSpPr>
        <p:spPr>
          <a:xfrm rot="5400000" flipH="1" flipV="1">
            <a:off x="1470985" y="-122308"/>
            <a:ext cx="230240" cy="459486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0" name="Teardrop 3"/>
          <p:cNvSpPr/>
          <p:nvPr/>
        </p:nvSpPr>
        <p:spPr>
          <a:xfrm rot="5400000" flipH="1" flipV="1">
            <a:off x="2102890" y="-122308"/>
            <a:ext cx="230240" cy="459486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1" name="Teardrop 3"/>
          <p:cNvSpPr/>
          <p:nvPr/>
        </p:nvSpPr>
        <p:spPr>
          <a:xfrm rot="5400000" flipH="1" flipV="1">
            <a:off x="2734795" y="-122308"/>
            <a:ext cx="230240" cy="459486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2" name="Teardrop 3"/>
          <p:cNvSpPr/>
          <p:nvPr/>
        </p:nvSpPr>
        <p:spPr>
          <a:xfrm rot="5400000" flipH="1" flipV="1">
            <a:off x="3366700" y="-122308"/>
            <a:ext cx="230240" cy="459486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3" name="Teardrop 3"/>
          <p:cNvSpPr/>
          <p:nvPr/>
        </p:nvSpPr>
        <p:spPr>
          <a:xfrm rot="5400000" flipH="1" flipV="1">
            <a:off x="3998605" y="-122308"/>
            <a:ext cx="230240" cy="459486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4" name="Teardrop 3"/>
          <p:cNvSpPr/>
          <p:nvPr/>
        </p:nvSpPr>
        <p:spPr>
          <a:xfrm rot="5400000" flipH="1" flipV="1">
            <a:off x="5894320" y="-122308"/>
            <a:ext cx="230240" cy="459486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5" name="Teardrop 3"/>
          <p:cNvSpPr/>
          <p:nvPr/>
        </p:nvSpPr>
        <p:spPr>
          <a:xfrm rot="5400000" flipH="1" flipV="1">
            <a:off x="5262415" y="-122308"/>
            <a:ext cx="230240" cy="459486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6" name="Teardrop 3"/>
          <p:cNvSpPr/>
          <p:nvPr/>
        </p:nvSpPr>
        <p:spPr>
          <a:xfrm rot="5400000" flipH="1" flipV="1">
            <a:off x="7158130" y="-122308"/>
            <a:ext cx="230240" cy="459486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7" name="Teardrop 3"/>
          <p:cNvSpPr/>
          <p:nvPr/>
        </p:nvSpPr>
        <p:spPr>
          <a:xfrm rot="5400000" flipH="1" flipV="1">
            <a:off x="6526225" y="-122308"/>
            <a:ext cx="230240" cy="459486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8" name="Teardrop 3"/>
          <p:cNvSpPr/>
          <p:nvPr/>
        </p:nvSpPr>
        <p:spPr>
          <a:xfrm rot="5400000" flipH="1" flipV="1">
            <a:off x="8421939" y="-122308"/>
            <a:ext cx="230240" cy="459486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9" name="Teardrop 3"/>
          <p:cNvSpPr/>
          <p:nvPr/>
        </p:nvSpPr>
        <p:spPr>
          <a:xfrm rot="5400000" flipH="1" flipV="1">
            <a:off x="7790035" y="-122308"/>
            <a:ext cx="230240" cy="459486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0" name="Teardrop 3"/>
          <p:cNvSpPr/>
          <p:nvPr/>
        </p:nvSpPr>
        <p:spPr>
          <a:xfrm rot="5400000" flipH="1" flipV="1">
            <a:off x="207175" y="-122308"/>
            <a:ext cx="230240" cy="459486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8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2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1" name="Teardrop 3"/>
          <p:cNvSpPr/>
          <p:nvPr/>
        </p:nvSpPr>
        <p:spPr>
          <a:xfrm rot="5400000" flipH="1" flipV="1">
            <a:off x="8931463" y="3693"/>
            <a:ext cx="223914" cy="201161"/>
          </a:xfrm>
          <a:custGeom>
            <a:avLst/>
            <a:gdLst/>
            <a:ahLst/>
            <a:cxnLst/>
            <a:rect l="l" t="t" r="r" b="b"/>
            <a:pathLst>
              <a:path w="298552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298552" y="138"/>
                </a:moveTo>
                <a:lnTo>
                  <a:pt x="298552" y="11636"/>
                </a:lnTo>
                <a:cubicBezTo>
                  <a:pt x="298344" y="11511"/>
                  <a:pt x="298133" y="11506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4" y="189232"/>
                  <a:pt x="256525" y="205210"/>
                  <a:pt x="272877" y="215167"/>
                </a:cubicBezTo>
                <a:lnTo>
                  <a:pt x="298552" y="215277"/>
                </a:lnTo>
                <a:lnTo>
                  <a:pt x="298552" y="221928"/>
                </a:lnTo>
                <a:cubicBezTo>
                  <a:pt x="276711" y="221632"/>
                  <a:pt x="254816" y="229876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0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29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2" name="Oval 881"/>
          <p:cNvSpPr/>
          <p:nvPr/>
        </p:nvSpPr>
        <p:spPr>
          <a:xfrm>
            <a:off x="259749" y="-7683"/>
            <a:ext cx="127314" cy="63656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3" name="Oval 882"/>
          <p:cNvSpPr/>
          <p:nvPr/>
        </p:nvSpPr>
        <p:spPr>
          <a:xfrm>
            <a:off x="891654" y="-7683"/>
            <a:ext cx="127314" cy="63656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4" name="Oval 883"/>
          <p:cNvSpPr/>
          <p:nvPr/>
        </p:nvSpPr>
        <p:spPr>
          <a:xfrm>
            <a:off x="1523560" y="-7683"/>
            <a:ext cx="7620440" cy="63656"/>
          </a:xfrm>
          <a:custGeom>
            <a:avLst/>
            <a:gdLst/>
            <a:ahLst/>
            <a:cxnLst/>
            <a:rect l="l" t="t" r="r" b="b"/>
            <a:pathLst>
              <a:path w="10160587" h="84875">
                <a:moveTo>
                  <a:pt x="10110479" y="0"/>
                </a:moveTo>
                <a:lnTo>
                  <a:pt x="10160587" y="0"/>
                </a:lnTo>
                <a:lnTo>
                  <a:pt x="10160587" y="77038"/>
                </a:lnTo>
                <a:cubicBezTo>
                  <a:pt x="10130976" y="64066"/>
                  <a:pt x="10110479" y="34427"/>
                  <a:pt x="10110479" y="0"/>
                </a:cubicBezTo>
                <a:close/>
                <a:moveTo>
                  <a:pt x="9267940" y="0"/>
                </a:moveTo>
                <a:lnTo>
                  <a:pt x="9437692" y="0"/>
                </a:lnTo>
                <a:cubicBezTo>
                  <a:pt x="9437692" y="46875"/>
                  <a:pt x="9399692" y="84875"/>
                  <a:pt x="9352816" y="84875"/>
                </a:cubicBezTo>
                <a:cubicBezTo>
                  <a:pt x="9305940" y="84875"/>
                  <a:pt x="9267940" y="46875"/>
                  <a:pt x="9267940" y="0"/>
                </a:cubicBezTo>
                <a:close/>
                <a:moveTo>
                  <a:pt x="8425400" y="0"/>
                </a:moveTo>
                <a:lnTo>
                  <a:pt x="8595152" y="0"/>
                </a:lnTo>
                <a:cubicBezTo>
                  <a:pt x="8595152" y="46875"/>
                  <a:pt x="8557152" y="84875"/>
                  <a:pt x="8510276" y="84875"/>
                </a:cubicBezTo>
                <a:cubicBezTo>
                  <a:pt x="8463400" y="84875"/>
                  <a:pt x="8425400" y="46875"/>
                  <a:pt x="8425400" y="0"/>
                </a:cubicBezTo>
                <a:close/>
                <a:moveTo>
                  <a:pt x="7582860" y="0"/>
                </a:moveTo>
                <a:lnTo>
                  <a:pt x="7752612" y="0"/>
                </a:lnTo>
                <a:cubicBezTo>
                  <a:pt x="7752612" y="46875"/>
                  <a:pt x="7714612" y="84875"/>
                  <a:pt x="7667736" y="84875"/>
                </a:cubicBezTo>
                <a:cubicBezTo>
                  <a:pt x="7620860" y="84875"/>
                  <a:pt x="7582860" y="46875"/>
                  <a:pt x="7582860" y="0"/>
                </a:cubicBezTo>
                <a:close/>
                <a:moveTo>
                  <a:pt x="6740320" y="0"/>
                </a:moveTo>
                <a:lnTo>
                  <a:pt x="6910072" y="0"/>
                </a:lnTo>
                <a:cubicBezTo>
                  <a:pt x="6910072" y="46875"/>
                  <a:pt x="6872072" y="84875"/>
                  <a:pt x="6825196" y="84875"/>
                </a:cubicBezTo>
                <a:cubicBezTo>
                  <a:pt x="6778320" y="84875"/>
                  <a:pt x="6740320" y="46875"/>
                  <a:pt x="6740320" y="0"/>
                </a:cubicBezTo>
                <a:close/>
                <a:moveTo>
                  <a:pt x="5897780" y="0"/>
                </a:moveTo>
                <a:lnTo>
                  <a:pt x="6067532" y="0"/>
                </a:lnTo>
                <a:cubicBezTo>
                  <a:pt x="6067532" y="46875"/>
                  <a:pt x="6029532" y="84875"/>
                  <a:pt x="5982656" y="84875"/>
                </a:cubicBezTo>
                <a:cubicBezTo>
                  <a:pt x="5935780" y="84875"/>
                  <a:pt x="5897780" y="46875"/>
                  <a:pt x="5897780" y="0"/>
                </a:cubicBezTo>
                <a:close/>
                <a:moveTo>
                  <a:pt x="5055240" y="0"/>
                </a:moveTo>
                <a:lnTo>
                  <a:pt x="5224992" y="0"/>
                </a:lnTo>
                <a:cubicBezTo>
                  <a:pt x="5224992" y="46875"/>
                  <a:pt x="5186992" y="84875"/>
                  <a:pt x="5140116" y="84875"/>
                </a:cubicBezTo>
                <a:cubicBezTo>
                  <a:pt x="5093240" y="84875"/>
                  <a:pt x="5055240" y="46875"/>
                  <a:pt x="5055240" y="0"/>
                </a:cubicBezTo>
                <a:close/>
                <a:moveTo>
                  <a:pt x="4212700" y="0"/>
                </a:moveTo>
                <a:lnTo>
                  <a:pt x="4382452" y="0"/>
                </a:lnTo>
                <a:cubicBezTo>
                  <a:pt x="4382452" y="46875"/>
                  <a:pt x="4344452" y="84875"/>
                  <a:pt x="4297576" y="84875"/>
                </a:cubicBezTo>
                <a:cubicBezTo>
                  <a:pt x="4250700" y="84875"/>
                  <a:pt x="4212700" y="46875"/>
                  <a:pt x="4212700" y="0"/>
                </a:cubicBezTo>
                <a:close/>
                <a:moveTo>
                  <a:pt x="3370160" y="0"/>
                </a:moveTo>
                <a:lnTo>
                  <a:pt x="3539912" y="0"/>
                </a:lnTo>
                <a:cubicBezTo>
                  <a:pt x="3539912" y="46875"/>
                  <a:pt x="3501912" y="84875"/>
                  <a:pt x="3455036" y="84875"/>
                </a:cubicBezTo>
                <a:cubicBezTo>
                  <a:pt x="3408160" y="84875"/>
                  <a:pt x="3370160" y="46875"/>
                  <a:pt x="3370160" y="0"/>
                </a:cubicBezTo>
                <a:close/>
                <a:moveTo>
                  <a:pt x="2527620" y="0"/>
                </a:moveTo>
                <a:lnTo>
                  <a:pt x="2697372" y="0"/>
                </a:lnTo>
                <a:cubicBezTo>
                  <a:pt x="2697372" y="46875"/>
                  <a:pt x="2659372" y="84875"/>
                  <a:pt x="2612496" y="84875"/>
                </a:cubicBezTo>
                <a:cubicBezTo>
                  <a:pt x="2565620" y="84875"/>
                  <a:pt x="2527620" y="46875"/>
                  <a:pt x="2527620" y="0"/>
                </a:cubicBezTo>
                <a:close/>
                <a:moveTo>
                  <a:pt x="1685080" y="0"/>
                </a:moveTo>
                <a:lnTo>
                  <a:pt x="1854832" y="0"/>
                </a:lnTo>
                <a:cubicBezTo>
                  <a:pt x="1854832" y="46875"/>
                  <a:pt x="1816832" y="84875"/>
                  <a:pt x="1769956" y="84875"/>
                </a:cubicBezTo>
                <a:cubicBezTo>
                  <a:pt x="1723080" y="84875"/>
                  <a:pt x="1685080" y="46875"/>
                  <a:pt x="1685080" y="0"/>
                </a:cubicBezTo>
                <a:close/>
                <a:moveTo>
                  <a:pt x="842540" y="0"/>
                </a:moveTo>
                <a:lnTo>
                  <a:pt x="1012292" y="0"/>
                </a:lnTo>
                <a:cubicBezTo>
                  <a:pt x="1012292" y="46875"/>
                  <a:pt x="974292" y="84875"/>
                  <a:pt x="927416" y="84875"/>
                </a:cubicBezTo>
                <a:cubicBezTo>
                  <a:pt x="880540" y="84875"/>
                  <a:pt x="842540" y="46875"/>
                  <a:pt x="842540" y="0"/>
                </a:cubicBezTo>
                <a:close/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5" name="Teardrop 3"/>
          <p:cNvSpPr/>
          <p:nvPr/>
        </p:nvSpPr>
        <p:spPr>
          <a:xfrm rot="5400000" flipH="1" flipV="1">
            <a:off x="4832079" y="716279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6" name="Teardrop 3"/>
          <p:cNvSpPr/>
          <p:nvPr/>
        </p:nvSpPr>
        <p:spPr>
          <a:xfrm rot="5400000" flipH="1" flipV="1">
            <a:off x="-111581" y="827860"/>
            <a:ext cx="459486" cy="236325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7" name="Teardrop 3"/>
          <p:cNvSpPr/>
          <p:nvPr/>
        </p:nvSpPr>
        <p:spPr>
          <a:xfrm rot="5400000" flipH="1" flipV="1">
            <a:off x="1040649" y="716279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8" name="Teardrop 3"/>
          <p:cNvSpPr/>
          <p:nvPr/>
        </p:nvSpPr>
        <p:spPr>
          <a:xfrm rot="5400000" flipH="1" flipV="1">
            <a:off x="1672554" y="716279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9" name="Teardrop 3"/>
          <p:cNvSpPr/>
          <p:nvPr/>
        </p:nvSpPr>
        <p:spPr>
          <a:xfrm rot="5400000" flipH="1" flipV="1">
            <a:off x="2304459" y="716279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0" name="Teardrop 3"/>
          <p:cNvSpPr/>
          <p:nvPr/>
        </p:nvSpPr>
        <p:spPr>
          <a:xfrm rot="5400000" flipH="1" flipV="1">
            <a:off x="2936364" y="716279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1" name="Teardrop 3"/>
          <p:cNvSpPr/>
          <p:nvPr/>
        </p:nvSpPr>
        <p:spPr>
          <a:xfrm rot="5400000" flipH="1" flipV="1">
            <a:off x="3568269" y="716279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2" name="Teardrop 3"/>
          <p:cNvSpPr/>
          <p:nvPr/>
        </p:nvSpPr>
        <p:spPr>
          <a:xfrm rot="5400000" flipH="1" flipV="1">
            <a:off x="4200174" y="716279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3" name="Teardrop 3"/>
          <p:cNvSpPr/>
          <p:nvPr/>
        </p:nvSpPr>
        <p:spPr>
          <a:xfrm rot="5400000" flipH="1" flipV="1">
            <a:off x="6095889" y="716279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4" name="Teardrop 3"/>
          <p:cNvSpPr/>
          <p:nvPr/>
        </p:nvSpPr>
        <p:spPr>
          <a:xfrm rot="5400000" flipH="1" flipV="1">
            <a:off x="5463984" y="716279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5" name="Teardrop 3"/>
          <p:cNvSpPr/>
          <p:nvPr/>
        </p:nvSpPr>
        <p:spPr>
          <a:xfrm rot="5400000" flipH="1" flipV="1">
            <a:off x="7359699" y="716279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6" name="Teardrop 3"/>
          <p:cNvSpPr/>
          <p:nvPr/>
        </p:nvSpPr>
        <p:spPr>
          <a:xfrm rot="5400000" flipH="1" flipV="1">
            <a:off x="6727794" y="716279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7" name="Teardrop 3"/>
          <p:cNvSpPr/>
          <p:nvPr/>
        </p:nvSpPr>
        <p:spPr>
          <a:xfrm rot="5400000" flipH="1" flipV="1">
            <a:off x="8623508" y="716279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8" name="Teardrop 3"/>
          <p:cNvSpPr/>
          <p:nvPr/>
        </p:nvSpPr>
        <p:spPr>
          <a:xfrm rot="5400000" flipH="1" flipV="1">
            <a:off x="7991604" y="716279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9" name="Teardrop 3"/>
          <p:cNvSpPr/>
          <p:nvPr/>
        </p:nvSpPr>
        <p:spPr>
          <a:xfrm rot="5400000" flipH="1" flipV="1">
            <a:off x="408744" y="716279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0" name="Oval 669"/>
          <p:cNvSpPr/>
          <p:nvPr/>
        </p:nvSpPr>
        <p:spPr>
          <a:xfrm>
            <a:off x="4998384" y="882897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1" name="Oval 670"/>
          <p:cNvSpPr/>
          <p:nvPr/>
        </p:nvSpPr>
        <p:spPr>
          <a:xfrm>
            <a:off x="575049" y="882897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2" name="Oval 671"/>
          <p:cNvSpPr/>
          <p:nvPr/>
        </p:nvSpPr>
        <p:spPr>
          <a:xfrm>
            <a:off x="1206954" y="882897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3" name="Oval 672"/>
          <p:cNvSpPr/>
          <p:nvPr/>
        </p:nvSpPr>
        <p:spPr>
          <a:xfrm>
            <a:off x="1838859" y="882897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4" name="Oval 673"/>
          <p:cNvSpPr/>
          <p:nvPr/>
        </p:nvSpPr>
        <p:spPr>
          <a:xfrm>
            <a:off x="2470764" y="882897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5" name="Oval 674"/>
          <p:cNvSpPr/>
          <p:nvPr/>
        </p:nvSpPr>
        <p:spPr>
          <a:xfrm>
            <a:off x="3102669" y="882897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6" name="Oval 675"/>
          <p:cNvSpPr/>
          <p:nvPr/>
        </p:nvSpPr>
        <p:spPr>
          <a:xfrm>
            <a:off x="3734574" y="882897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7" name="Oval 676"/>
          <p:cNvSpPr/>
          <p:nvPr/>
        </p:nvSpPr>
        <p:spPr>
          <a:xfrm>
            <a:off x="4366479" y="882897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8" name="Oval 677"/>
          <p:cNvSpPr/>
          <p:nvPr/>
        </p:nvSpPr>
        <p:spPr>
          <a:xfrm>
            <a:off x="6262194" y="882897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9" name="Oval 678"/>
          <p:cNvSpPr/>
          <p:nvPr/>
        </p:nvSpPr>
        <p:spPr>
          <a:xfrm>
            <a:off x="5630289" y="882897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0" name="Oval 679"/>
          <p:cNvSpPr/>
          <p:nvPr/>
        </p:nvSpPr>
        <p:spPr>
          <a:xfrm>
            <a:off x="7526004" y="882897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1" name="Oval 680"/>
          <p:cNvSpPr/>
          <p:nvPr/>
        </p:nvSpPr>
        <p:spPr>
          <a:xfrm>
            <a:off x="6894099" y="882897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2" name="Oval 681"/>
          <p:cNvSpPr/>
          <p:nvPr/>
        </p:nvSpPr>
        <p:spPr>
          <a:xfrm>
            <a:off x="8789813" y="882897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3" name="Oval 682"/>
          <p:cNvSpPr/>
          <p:nvPr/>
        </p:nvSpPr>
        <p:spPr>
          <a:xfrm>
            <a:off x="8157909" y="882897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4" name="Teardrop 3"/>
          <p:cNvSpPr/>
          <p:nvPr/>
        </p:nvSpPr>
        <p:spPr>
          <a:xfrm rot="5400000" flipH="1" flipV="1">
            <a:off x="4515886" y="1031795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5" name="Teardrop 3"/>
          <p:cNvSpPr/>
          <p:nvPr/>
        </p:nvSpPr>
        <p:spPr>
          <a:xfrm rot="5400000" flipH="1" flipV="1">
            <a:off x="724457" y="1031795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6" name="Teardrop 3"/>
          <p:cNvSpPr/>
          <p:nvPr/>
        </p:nvSpPr>
        <p:spPr>
          <a:xfrm rot="5400000" flipH="1" flipV="1">
            <a:off x="1356362" y="1031795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7" name="Teardrop 3"/>
          <p:cNvSpPr/>
          <p:nvPr/>
        </p:nvSpPr>
        <p:spPr>
          <a:xfrm rot="5400000" flipH="1" flipV="1">
            <a:off x="1988267" y="1031795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8" name="Teardrop 3"/>
          <p:cNvSpPr/>
          <p:nvPr/>
        </p:nvSpPr>
        <p:spPr>
          <a:xfrm rot="5400000" flipH="1" flipV="1">
            <a:off x="2620172" y="1031795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9" name="Teardrop 3"/>
          <p:cNvSpPr/>
          <p:nvPr/>
        </p:nvSpPr>
        <p:spPr>
          <a:xfrm rot="5400000" flipH="1" flipV="1">
            <a:off x="3252077" y="1031795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0" name="Teardrop 3"/>
          <p:cNvSpPr/>
          <p:nvPr/>
        </p:nvSpPr>
        <p:spPr>
          <a:xfrm rot="5400000" flipH="1" flipV="1">
            <a:off x="3883982" y="1031795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1" name="Teardrop 3"/>
          <p:cNvSpPr/>
          <p:nvPr/>
        </p:nvSpPr>
        <p:spPr>
          <a:xfrm rot="5400000" flipH="1" flipV="1">
            <a:off x="5779697" y="1031795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2" name="Teardrop 3"/>
          <p:cNvSpPr/>
          <p:nvPr/>
        </p:nvSpPr>
        <p:spPr>
          <a:xfrm rot="5400000" flipH="1" flipV="1">
            <a:off x="5147792" y="1031795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3" name="Teardrop 3"/>
          <p:cNvSpPr/>
          <p:nvPr/>
        </p:nvSpPr>
        <p:spPr>
          <a:xfrm rot="5400000" flipH="1" flipV="1">
            <a:off x="7043507" y="1031795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4" name="Teardrop 3"/>
          <p:cNvSpPr/>
          <p:nvPr/>
        </p:nvSpPr>
        <p:spPr>
          <a:xfrm rot="5400000" flipH="1" flipV="1">
            <a:off x="6411602" y="1031795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5" name="Teardrop 3"/>
          <p:cNvSpPr/>
          <p:nvPr/>
        </p:nvSpPr>
        <p:spPr>
          <a:xfrm rot="5400000" flipH="1" flipV="1">
            <a:off x="8307316" y="1031795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6" name="Teardrop 3"/>
          <p:cNvSpPr/>
          <p:nvPr/>
        </p:nvSpPr>
        <p:spPr>
          <a:xfrm rot="5400000" flipH="1" flipV="1">
            <a:off x="7675412" y="1031795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7" name="Teardrop 3"/>
          <p:cNvSpPr/>
          <p:nvPr/>
        </p:nvSpPr>
        <p:spPr>
          <a:xfrm rot="5400000" flipH="1" flipV="1">
            <a:off x="92552" y="1031795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8" name="Teardrop 3"/>
          <p:cNvSpPr/>
          <p:nvPr/>
        </p:nvSpPr>
        <p:spPr>
          <a:xfrm rot="5400000" flipH="1" flipV="1">
            <a:off x="8820002" y="1148309"/>
            <a:ext cx="446836" cy="201161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9" name="Oval 698"/>
          <p:cNvSpPr/>
          <p:nvPr/>
        </p:nvSpPr>
        <p:spPr>
          <a:xfrm>
            <a:off x="5314990" y="119738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0" name="Oval 699"/>
          <p:cNvSpPr/>
          <p:nvPr/>
        </p:nvSpPr>
        <p:spPr>
          <a:xfrm>
            <a:off x="259750" y="119738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1" name="Oval 700"/>
          <p:cNvSpPr/>
          <p:nvPr/>
        </p:nvSpPr>
        <p:spPr>
          <a:xfrm>
            <a:off x="891655" y="119738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2" name="Oval 701"/>
          <p:cNvSpPr/>
          <p:nvPr/>
        </p:nvSpPr>
        <p:spPr>
          <a:xfrm>
            <a:off x="1523560" y="119738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3" name="Oval 702"/>
          <p:cNvSpPr/>
          <p:nvPr/>
        </p:nvSpPr>
        <p:spPr>
          <a:xfrm>
            <a:off x="2155465" y="119738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4" name="Oval 703"/>
          <p:cNvSpPr/>
          <p:nvPr/>
        </p:nvSpPr>
        <p:spPr>
          <a:xfrm>
            <a:off x="2787370" y="119738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5" name="Oval 704"/>
          <p:cNvSpPr/>
          <p:nvPr/>
        </p:nvSpPr>
        <p:spPr>
          <a:xfrm>
            <a:off x="3419275" y="119738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6" name="Oval 705"/>
          <p:cNvSpPr/>
          <p:nvPr/>
        </p:nvSpPr>
        <p:spPr>
          <a:xfrm>
            <a:off x="4051180" y="119738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7" name="Oval 706"/>
          <p:cNvSpPr/>
          <p:nvPr/>
        </p:nvSpPr>
        <p:spPr>
          <a:xfrm>
            <a:off x="4683085" y="119738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8" name="Oval 707"/>
          <p:cNvSpPr/>
          <p:nvPr/>
        </p:nvSpPr>
        <p:spPr>
          <a:xfrm>
            <a:off x="6578800" y="119738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9" name="Oval 708"/>
          <p:cNvSpPr/>
          <p:nvPr/>
        </p:nvSpPr>
        <p:spPr>
          <a:xfrm>
            <a:off x="5946895" y="119738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0" name="Oval 709"/>
          <p:cNvSpPr/>
          <p:nvPr/>
        </p:nvSpPr>
        <p:spPr>
          <a:xfrm>
            <a:off x="7842610" y="119738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1" name="Oval 710"/>
          <p:cNvSpPr/>
          <p:nvPr/>
        </p:nvSpPr>
        <p:spPr>
          <a:xfrm>
            <a:off x="7210705" y="119738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2" name="Oval 711"/>
          <p:cNvSpPr/>
          <p:nvPr/>
        </p:nvSpPr>
        <p:spPr>
          <a:xfrm>
            <a:off x="8474515" y="119738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3" name="Teardrop 3"/>
          <p:cNvSpPr/>
          <p:nvPr/>
        </p:nvSpPr>
        <p:spPr>
          <a:xfrm rot="5400000" flipH="1" flipV="1">
            <a:off x="4832079" y="1348227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4" name="Teardrop 3"/>
          <p:cNvSpPr/>
          <p:nvPr/>
        </p:nvSpPr>
        <p:spPr>
          <a:xfrm rot="5400000" flipH="1" flipV="1">
            <a:off x="-111581" y="1459808"/>
            <a:ext cx="459486" cy="236325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5" name="Teardrop 3"/>
          <p:cNvSpPr/>
          <p:nvPr/>
        </p:nvSpPr>
        <p:spPr>
          <a:xfrm rot="5400000" flipH="1" flipV="1">
            <a:off x="1040649" y="1348227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6" name="Teardrop 3"/>
          <p:cNvSpPr/>
          <p:nvPr/>
        </p:nvSpPr>
        <p:spPr>
          <a:xfrm rot="5400000" flipH="1" flipV="1">
            <a:off x="1672554" y="1348227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7" name="Teardrop 3"/>
          <p:cNvSpPr/>
          <p:nvPr/>
        </p:nvSpPr>
        <p:spPr>
          <a:xfrm rot="5400000" flipH="1" flipV="1">
            <a:off x="2304459" y="1348227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8" name="Teardrop 3"/>
          <p:cNvSpPr/>
          <p:nvPr/>
        </p:nvSpPr>
        <p:spPr>
          <a:xfrm rot="5400000" flipH="1" flipV="1">
            <a:off x="2936364" y="1348227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9" name="Teardrop 3"/>
          <p:cNvSpPr/>
          <p:nvPr/>
        </p:nvSpPr>
        <p:spPr>
          <a:xfrm rot="5400000" flipH="1" flipV="1">
            <a:off x="3568269" y="1348227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0" name="Teardrop 3"/>
          <p:cNvSpPr/>
          <p:nvPr/>
        </p:nvSpPr>
        <p:spPr>
          <a:xfrm rot="5400000" flipH="1" flipV="1">
            <a:off x="4200174" y="1348227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1" name="Teardrop 3"/>
          <p:cNvSpPr/>
          <p:nvPr/>
        </p:nvSpPr>
        <p:spPr>
          <a:xfrm rot="5400000" flipH="1" flipV="1">
            <a:off x="6095889" y="1348227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2" name="Teardrop 3"/>
          <p:cNvSpPr/>
          <p:nvPr/>
        </p:nvSpPr>
        <p:spPr>
          <a:xfrm rot="5400000" flipH="1" flipV="1">
            <a:off x="5463984" y="1348227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3" name="Teardrop 3"/>
          <p:cNvSpPr/>
          <p:nvPr/>
        </p:nvSpPr>
        <p:spPr>
          <a:xfrm rot="5400000" flipH="1" flipV="1">
            <a:off x="7359699" y="1348227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4" name="Teardrop 3"/>
          <p:cNvSpPr/>
          <p:nvPr/>
        </p:nvSpPr>
        <p:spPr>
          <a:xfrm rot="5400000" flipH="1" flipV="1">
            <a:off x="6727794" y="1348227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5" name="Teardrop 3"/>
          <p:cNvSpPr/>
          <p:nvPr/>
        </p:nvSpPr>
        <p:spPr>
          <a:xfrm rot="5400000" flipH="1" flipV="1">
            <a:off x="8623508" y="1348227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6" name="Teardrop 3"/>
          <p:cNvSpPr/>
          <p:nvPr/>
        </p:nvSpPr>
        <p:spPr>
          <a:xfrm rot="5400000" flipH="1" flipV="1">
            <a:off x="7991604" y="1348227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7" name="Teardrop 3"/>
          <p:cNvSpPr/>
          <p:nvPr/>
        </p:nvSpPr>
        <p:spPr>
          <a:xfrm rot="5400000" flipH="1" flipV="1">
            <a:off x="408744" y="1348227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8" name="Oval 727"/>
          <p:cNvSpPr/>
          <p:nvPr/>
        </p:nvSpPr>
        <p:spPr>
          <a:xfrm>
            <a:off x="4998384" y="151484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9" name="Oval 728"/>
          <p:cNvSpPr/>
          <p:nvPr/>
        </p:nvSpPr>
        <p:spPr>
          <a:xfrm>
            <a:off x="575049" y="151484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0" name="Oval 729"/>
          <p:cNvSpPr/>
          <p:nvPr/>
        </p:nvSpPr>
        <p:spPr>
          <a:xfrm>
            <a:off x="1206954" y="151484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1" name="Oval 730"/>
          <p:cNvSpPr/>
          <p:nvPr/>
        </p:nvSpPr>
        <p:spPr>
          <a:xfrm>
            <a:off x="1838859" y="151484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2" name="Oval 731"/>
          <p:cNvSpPr/>
          <p:nvPr/>
        </p:nvSpPr>
        <p:spPr>
          <a:xfrm>
            <a:off x="2470764" y="151484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3" name="Oval 732"/>
          <p:cNvSpPr/>
          <p:nvPr/>
        </p:nvSpPr>
        <p:spPr>
          <a:xfrm>
            <a:off x="3102669" y="151484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4" name="Oval 733"/>
          <p:cNvSpPr/>
          <p:nvPr/>
        </p:nvSpPr>
        <p:spPr>
          <a:xfrm>
            <a:off x="3734574" y="151484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5" name="Oval 734"/>
          <p:cNvSpPr/>
          <p:nvPr/>
        </p:nvSpPr>
        <p:spPr>
          <a:xfrm>
            <a:off x="4366479" y="151484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6" name="Oval 735"/>
          <p:cNvSpPr/>
          <p:nvPr/>
        </p:nvSpPr>
        <p:spPr>
          <a:xfrm>
            <a:off x="6262194" y="151484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7" name="Oval 736"/>
          <p:cNvSpPr/>
          <p:nvPr/>
        </p:nvSpPr>
        <p:spPr>
          <a:xfrm>
            <a:off x="5630289" y="151484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8" name="Oval 737"/>
          <p:cNvSpPr/>
          <p:nvPr/>
        </p:nvSpPr>
        <p:spPr>
          <a:xfrm>
            <a:off x="7526004" y="151484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9" name="Oval 738"/>
          <p:cNvSpPr/>
          <p:nvPr/>
        </p:nvSpPr>
        <p:spPr>
          <a:xfrm>
            <a:off x="6894099" y="151484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0" name="Oval 739"/>
          <p:cNvSpPr/>
          <p:nvPr/>
        </p:nvSpPr>
        <p:spPr>
          <a:xfrm>
            <a:off x="8789813" y="151484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1" name="Oval 740"/>
          <p:cNvSpPr/>
          <p:nvPr/>
        </p:nvSpPr>
        <p:spPr>
          <a:xfrm>
            <a:off x="8157909" y="1514845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2" name="Teardrop 3"/>
          <p:cNvSpPr/>
          <p:nvPr/>
        </p:nvSpPr>
        <p:spPr>
          <a:xfrm rot="5400000" flipH="1" flipV="1">
            <a:off x="4515886" y="1663743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3" name="Teardrop 3"/>
          <p:cNvSpPr/>
          <p:nvPr/>
        </p:nvSpPr>
        <p:spPr>
          <a:xfrm rot="5400000" flipH="1" flipV="1">
            <a:off x="724457" y="1663743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4" name="Teardrop 3"/>
          <p:cNvSpPr/>
          <p:nvPr/>
        </p:nvSpPr>
        <p:spPr>
          <a:xfrm rot="5400000" flipH="1" flipV="1">
            <a:off x="1356362" y="1663743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5" name="Teardrop 3"/>
          <p:cNvSpPr/>
          <p:nvPr/>
        </p:nvSpPr>
        <p:spPr>
          <a:xfrm rot="5400000" flipH="1" flipV="1">
            <a:off x="1988267" y="1663743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6" name="Teardrop 3"/>
          <p:cNvSpPr/>
          <p:nvPr/>
        </p:nvSpPr>
        <p:spPr>
          <a:xfrm rot="5400000" flipH="1" flipV="1">
            <a:off x="2620172" y="1663743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7" name="Teardrop 3"/>
          <p:cNvSpPr/>
          <p:nvPr/>
        </p:nvSpPr>
        <p:spPr>
          <a:xfrm rot="5400000" flipH="1" flipV="1">
            <a:off x="3252077" y="1663743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8" name="Teardrop 3"/>
          <p:cNvSpPr/>
          <p:nvPr/>
        </p:nvSpPr>
        <p:spPr>
          <a:xfrm rot="5400000" flipH="1" flipV="1">
            <a:off x="3883982" y="1663743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9" name="Teardrop 3"/>
          <p:cNvSpPr/>
          <p:nvPr/>
        </p:nvSpPr>
        <p:spPr>
          <a:xfrm rot="5400000" flipH="1" flipV="1">
            <a:off x="5779697" y="1663743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0" name="Teardrop 3"/>
          <p:cNvSpPr/>
          <p:nvPr/>
        </p:nvSpPr>
        <p:spPr>
          <a:xfrm rot="5400000" flipH="1" flipV="1">
            <a:off x="5147792" y="1663743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1" name="Teardrop 3"/>
          <p:cNvSpPr/>
          <p:nvPr/>
        </p:nvSpPr>
        <p:spPr>
          <a:xfrm rot="5400000" flipH="1" flipV="1">
            <a:off x="7043507" y="1663743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2" name="Teardrop 3"/>
          <p:cNvSpPr/>
          <p:nvPr/>
        </p:nvSpPr>
        <p:spPr>
          <a:xfrm rot="5400000" flipH="1" flipV="1">
            <a:off x="6411602" y="1663743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3" name="Teardrop 3"/>
          <p:cNvSpPr/>
          <p:nvPr/>
        </p:nvSpPr>
        <p:spPr>
          <a:xfrm rot="5400000" flipH="1" flipV="1">
            <a:off x="8307316" y="1663743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4" name="Teardrop 3"/>
          <p:cNvSpPr/>
          <p:nvPr/>
        </p:nvSpPr>
        <p:spPr>
          <a:xfrm rot="5400000" flipH="1" flipV="1">
            <a:off x="7675412" y="1663743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5" name="Teardrop 3"/>
          <p:cNvSpPr/>
          <p:nvPr/>
        </p:nvSpPr>
        <p:spPr>
          <a:xfrm rot="5400000" flipH="1" flipV="1">
            <a:off x="92552" y="1663743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6" name="Teardrop 3"/>
          <p:cNvSpPr/>
          <p:nvPr/>
        </p:nvSpPr>
        <p:spPr>
          <a:xfrm rot="5400000" flipH="1" flipV="1">
            <a:off x="8820002" y="1780255"/>
            <a:ext cx="446835" cy="201161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7" name="Oval 756"/>
          <p:cNvSpPr/>
          <p:nvPr/>
        </p:nvSpPr>
        <p:spPr>
          <a:xfrm>
            <a:off x="5314990" y="1829333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8" name="Oval 757"/>
          <p:cNvSpPr/>
          <p:nvPr/>
        </p:nvSpPr>
        <p:spPr>
          <a:xfrm>
            <a:off x="259750" y="1829333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9" name="Oval 758"/>
          <p:cNvSpPr/>
          <p:nvPr/>
        </p:nvSpPr>
        <p:spPr>
          <a:xfrm>
            <a:off x="891655" y="1829333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0" name="Oval 759"/>
          <p:cNvSpPr/>
          <p:nvPr/>
        </p:nvSpPr>
        <p:spPr>
          <a:xfrm>
            <a:off x="1523560" y="1829333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1" name="Oval 760"/>
          <p:cNvSpPr/>
          <p:nvPr/>
        </p:nvSpPr>
        <p:spPr>
          <a:xfrm>
            <a:off x="2155465" y="1829333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2" name="Oval 761"/>
          <p:cNvSpPr/>
          <p:nvPr/>
        </p:nvSpPr>
        <p:spPr>
          <a:xfrm>
            <a:off x="2787370" y="1829333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3" name="Oval 762"/>
          <p:cNvSpPr/>
          <p:nvPr/>
        </p:nvSpPr>
        <p:spPr>
          <a:xfrm>
            <a:off x="3419275" y="1829333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4" name="Oval 763"/>
          <p:cNvSpPr/>
          <p:nvPr/>
        </p:nvSpPr>
        <p:spPr>
          <a:xfrm>
            <a:off x="4051180" y="1829333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5" name="Oval 764"/>
          <p:cNvSpPr/>
          <p:nvPr/>
        </p:nvSpPr>
        <p:spPr>
          <a:xfrm>
            <a:off x="4683085" y="1829333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6" name="Oval 765"/>
          <p:cNvSpPr/>
          <p:nvPr/>
        </p:nvSpPr>
        <p:spPr>
          <a:xfrm>
            <a:off x="6578800" y="1829333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7" name="Oval 766"/>
          <p:cNvSpPr/>
          <p:nvPr/>
        </p:nvSpPr>
        <p:spPr>
          <a:xfrm>
            <a:off x="5946895" y="1829333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8" name="Oval 767"/>
          <p:cNvSpPr/>
          <p:nvPr/>
        </p:nvSpPr>
        <p:spPr>
          <a:xfrm>
            <a:off x="7842610" y="1829333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9" name="Oval 768"/>
          <p:cNvSpPr/>
          <p:nvPr/>
        </p:nvSpPr>
        <p:spPr>
          <a:xfrm>
            <a:off x="7210705" y="1829333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0" name="Oval 769"/>
          <p:cNvSpPr/>
          <p:nvPr/>
        </p:nvSpPr>
        <p:spPr>
          <a:xfrm>
            <a:off x="8474515" y="1829333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1" name="Teardrop 3"/>
          <p:cNvSpPr/>
          <p:nvPr/>
        </p:nvSpPr>
        <p:spPr>
          <a:xfrm rot="5400000" flipH="1" flipV="1">
            <a:off x="4832079" y="198473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2" name="Teardrop 3"/>
          <p:cNvSpPr/>
          <p:nvPr/>
        </p:nvSpPr>
        <p:spPr>
          <a:xfrm rot="5400000" flipH="1" flipV="1">
            <a:off x="-111581" y="2096312"/>
            <a:ext cx="459486" cy="236325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3" name="Teardrop 3"/>
          <p:cNvSpPr/>
          <p:nvPr/>
        </p:nvSpPr>
        <p:spPr>
          <a:xfrm rot="5400000" flipH="1" flipV="1">
            <a:off x="1040649" y="198473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4" name="Teardrop 3"/>
          <p:cNvSpPr/>
          <p:nvPr/>
        </p:nvSpPr>
        <p:spPr>
          <a:xfrm rot="5400000" flipH="1" flipV="1">
            <a:off x="1672554" y="198473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5" name="Teardrop 3"/>
          <p:cNvSpPr/>
          <p:nvPr/>
        </p:nvSpPr>
        <p:spPr>
          <a:xfrm rot="5400000" flipH="1" flipV="1">
            <a:off x="2304459" y="198473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6" name="Teardrop 3"/>
          <p:cNvSpPr/>
          <p:nvPr/>
        </p:nvSpPr>
        <p:spPr>
          <a:xfrm rot="5400000" flipH="1" flipV="1">
            <a:off x="2936364" y="198473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7" name="Teardrop 3"/>
          <p:cNvSpPr/>
          <p:nvPr/>
        </p:nvSpPr>
        <p:spPr>
          <a:xfrm rot="5400000" flipH="1" flipV="1">
            <a:off x="3568269" y="198473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8" name="Teardrop 3"/>
          <p:cNvSpPr/>
          <p:nvPr/>
        </p:nvSpPr>
        <p:spPr>
          <a:xfrm rot="5400000" flipH="1" flipV="1">
            <a:off x="4200174" y="198473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9" name="Teardrop 3"/>
          <p:cNvSpPr/>
          <p:nvPr/>
        </p:nvSpPr>
        <p:spPr>
          <a:xfrm rot="5400000" flipH="1" flipV="1">
            <a:off x="6095889" y="198473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0" name="Teardrop 3"/>
          <p:cNvSpPr/>
          <p:nvPr/>
        </p:nvSpPr>
        <p:spPr>
          <a:xfrm rot="5400000" flipH="1" flipV="1">
            <a:off x="5463984" y="198473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1" name="Teardrop 3"/>
          <p:cNvSpPr/>
          <p:nvPr/>
        </p:nvSpPr>
        <p:spPr>
          <a:xfrm rot="5400000" flipH="1" flipV="1">
            <a:off x="7359699" y="198473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2" name="Teardrop 3"/>
          <p:cNvSpPr/>
          <p:nvPr/>
        </p:nvSpPr>
        <p:spPr>
          <a:xfrm rot="5400000" flipH="1" flipV="1">
            <a:off x="6727794" y="198473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3" name="Teardrop 3"/>
          <p:cNvSpPr/>
          <p:nvPr/>
        </p:nvSpPr>
        <p:spPr>
          <a:xfrm rot="5400000" flipH="1" flipV="1">
            <a:off x="8623508" y="198473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4" name="Teardrop 3"/>
          <p:cNvSpPr/>
          <p:nvPr/>
        </p:nvSpPr>
        <p:spPr>
          <a:xfrm rot="5400000" flipH="1" flipV="1">
            <a:off x="7991604" y="198473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5" name="Teardrop 3"/>
          <p:cNvSpPr/>
          <p:nvPr/>
        </p:nvSpPr>
        <p:spPr>
          <a:xfrm rot="5400000" flipH="1" flipV="1">
            <a:off x="408744" y="1984732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6" name="Oval 785"/>
          <p:cNvSpPr/>
          <p:nvPr/>
        </p:nvSpPr>
        <p:spPr>
          <a:xfrm>
            <a:off x="4998384" y="2151350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7" name="Oval 786"/>
          <p:cNvSpPr/>
          <p:nvPr/>
        </p:nvSpPr>
        <p:spPr>
          <a:xfrm>
            <a:off x="575049" y="2151350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8" name="Oval 787"/>
          <p:cNvSpPr/>
          <p:nvPr/>
        </p:nvSpPr>
        <p:spPr>
          <a:xfrm>
            <a:off x="1206954" y="2151350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9" name="Oval 788"/>
          <p:cNvSpPr/>
          <p:nvPr/>
        </p:nvSpPr>
        <p:spPr>
          <a:xfrm>
            <a:off x="1838859" y="2151350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0" name="Oval 789"/>
          <p:cNvSpPr/>
          <p:nvPr/>
        </p:nvSpPr>
        <p:spPr>
          <a:xfrm>
            <a:off x="2470764" y="2151350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1" name="Oval 790"/>
          <p:cNvSpPr/>
          <p:nvPr/>
        </p:nvSpPr>
        <p:spPr>
          <a:xfrm>
            <a:off x="3102669" y="2151350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2" name="Oval 791"/>
          <p:cNvSpPr/>
          <p:nvPr/>
        </p:nvSpPr>
        <p:spPr>
          <a:xfrm>
            <a:off x="3734574" y="2151350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3" name="Oval 792"/>
          <p:cNvSpPr/>
          <p:nvPr/>
        </p:nvSpPr>
        <p:spPr>
          <a:xfrm>
            <a:off x="4366479" y="2151350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4" name="Oval 793"/>
          <p:cNvSpPr/>
          <p:nvPr/>
        </p:nvSpPr>
        <p:spPr>
          <a:xfrm>
            <a:off x="6262194" y="2151350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5" name="Oval 794"/>
          <p:cNvSpPr/>
          <p:nvPr/>
        </p:nvSpPr>
        <p:spPr>
          <a:xfrm>
            <a:off x="5630289" y="2151350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6" name="Oval 795"/>
          <p:cNvSpPr/>
          <p:nvPr/>
        </p:nvSpPr>
        <p:spPr>
          <a:xfrm>
            <a:off x="7526004" y="2151350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7" name="Oval 796"/>
          <p:cNvSpPr/>
          <p:nvPr/>
        </p:nvSpPr>
        <p:spPr>
          <a:xfrm>
            <a:off x="6894099" y="2151350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8" name="Oval 797"/>
          <p:cNvSpPr/>
          <p:nvPr/>
        </p:nvSpPr>
        <p:spPr>
          <a:xfrm>
            <a:off x="8789813" y="2151350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9" name="Oval 798"/>
          <p:cNvSpPr/>
          <p:nvPr/>
        </p:nvSpPr>
        <p:spPr>
          <a:xfrm>
            <a:off x="8157909" y="2151350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0" name="Teardrop 3"/>
          <p:cNvSpPr/>
          <p:nvPr/>
        </p:nvSpPr>
        <p:spPr>
          <a:xfrm rot="5400000" flipH="1" flipV="1">
            <a:off x="4515886" y="2301434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1" name="Teardrop 3"/>
          <p:cNvSpPr/>
          <p:nvPr/>
        </p:nvSpPr>
        <p:spPr>
          <a:xfrm rot="5400000" flipH="1" flipV="1">
            <a:off x="724457" y="2301434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2" name="Teardrop 3"/>
          <p:cNvSpPr/>
          <p:nvPr/>
        </p:nvSpPr>
        <p:spPr>
          <a:xfrm rot="5400000" flipH="1" flipV="1">
            <a:off x="1356362" y="2301434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3" name="Teardrop 3"/>
          <p:cNvSpPr/>
          <p:nvPr/>
        </p:nvSpPr>
        <p:spPr>
          <a:xfrm rot="5400000" flipH="1" flipV="1">
            <a:off x="1988267" y="2301434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4" name="Teardrop 3"/>
          <p:cNvSpPr/>
          <p:nvPr/>
        </p:nvSpPr>
        <p:spPr>
          <a:xfrm rot="5400000" flipH="1" flipV="1">
            <a:off x="2620172" y="2301434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5" name="Teardrop 3"/>
          <p:cNvSpPr/>
          <p:nvPr/>
        </p:nvSpPr>
        <p:spPr>
          <a:xfrm rot="5400000" flipH="1" flipV="1">
            <a:off x="3252077" y="2301434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6" name="Teardrop 3"/>
          <p:cNvSpPr/>
          <p:nvPr/>
        </p:nvSpPr>
        <p:spPr>
          <a:xfrm rot="5400000" flipH="1" flipV="1">
            <a:off x="3883982" y="2301434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7" name="Teardrop 3"/>
          <p:cNvSpPr/>
          <p:nvPr/>
        </p:nvSpPr>
        <p:spPr>
          <a:xfrm rot="5400000" flipH="1" flipV="1">
            <a:off x="5779697" y="2301434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8" name="Teardrop 3"/>
          <p:cNvSpPr/>
          <p:nvPr/>
        </p:nvSpPr>
        <p:spPr>
          <a:xfrm rot="5400000" flipH="1" flipV="1">
            <a:off x="5147792" y="2301434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9" name="Teardrop 3"/>
          <p:cNvSpPr/>
          <p:nvPr/>
        </p:nvSpPr>
        <p:spPr>
          <a:xfrm rot="5400000" flipH="1" flipV="1">
            <a:off x="7043507" y="2301434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0" name="Teardrop 3"/>
          <p:cNvSpPr/>
          <p:nvPr/>
        </p:nvSpPr>
        <p:spPr>
          <a:xfrm rot="5400000" flipH="1" flipV="1">
            <a:off x="6411602" y="2301434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1" name="Teardrop 3"/>
          <p:cNvSpPr/>
          <p:nvPr/>
        </p:nvSpPr>
        <p:spPr>
          <a:xfrm rot="5400000" flipH="1" flipV="1">
            <a:off x="8307316" y="2301434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2" name="Teardrop 3"/>
          <p:cNvSpPr/>
          <p:nvPr/>
        </p:nvSpPr>
        <p:spPr>
          <a:xfrm rot="5400000" flipH="1" flipV="1">
            <a:off x="7675412" y="2301434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3" name="Teardrop 3"/>
          <p:cNvSpPr/>
          <p:nvPr/>
        </p:nvSpPr>
        <p:spPr>
          <a:xfrm rot="5400000" flipH="1" flipV="1">
            <a:off x="92552" y="2301434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4" name="Teardrop 3"/>
          <p:cNvSpPr/>
          <p:nvPr/>
        </p:nvSpPr>
        <p:spPr>
          <a:xfrm rot="5400000" flipH="1" flipV="1">
            <a:off x="8820002" y="2417948"/>
            <a:ext cx="446836" cy="201161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5" name="Oval 814"/>
          <p:cNvSpPr/>
          <p:nvPr/>
        </p:nvSpPr>
        <p:spPr>
          <a:xfrm>
            <a:off x="5314990" y="246702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6" name="Oval 815"/>
          <p:cNvSpPr/>
          <p:nvPr/>
        </p:nvSpPr>
        <p:spPr>
          <a:xfrm>
            <a:off x="259750" y="246702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7" name="Oval 816"/>
          <p:cNvSpPr/>
          <p:nvPr/>
        </p:nvSpPr>
        <p:spPr>
          <a:xfrm>
            <a:off x="891655" y="246702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8" name="Oval 817"/>
          <p:cNvSpPr/>
          <p:nvPr/>
        </p:nvSpPr>
        <p:spPr>
          <a:xfrm>
            <a:off x="1523560" y="246702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9" name="Oval 818"/>
          <p:cNvSpPr/>
          <p:nvPr/>
        </p:nvSpPr>
        <p:spPr>
          <a:xfrm>
            <a:off x="2155465" y="246702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0" name="Oval 819"/>
          <p:cNvSpPr/>
          <p:nvPr/>
        </p:nvSpPr>
        <p:spPr>
          <a:xfrm>
            <a:off x="2787370" y="246702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1" name="Oval 820"/>
          <p:cNvSpPr/>
          <p:nvPr/>
        </p:nvSpPr>
        <p:spPr>
          <a:xfrm>
            <a:off x="3419275" y="246702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2" name="Oval 821"/>
          <p:cNvSpPr/>
          <p:nvPr/>
        </p:nvSpPr>
        <p:spPr>
          <a:xfrm>
            <a:off x="4051180" y="246702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3" name="Oval 822"/>
          <p:cNvSpPr/>
          <p:nvPr/>
        </p:nvSpPr>
        <p:spPr>
          <a:xfrm>
            <a:off x="4683085" y="246702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4" name="Oval 823"/>
          <p:cNvSpPr/>
          <p:nvPr/>
        </p:nvSpPr>
        <p:spPr>
          <a:xfrm>
            <a:off x="6578800" y="246702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5" name="Oval 824"/>
          <p:cNvSpPr/>
          <p:nvPr/>
        </p:nvSpPr>
        <p:spPr>
          <a:xfrm>
            <a:off x="5946895" y="246702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6" name="Oval 825"/>
          <p:cNvSpPr/>
          <p:nvPr/>
        </p:nvSpPr>
        <p:spPr>
          <a:xfrm>
            <a:off x="7842610" y="246702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7" name="Oval 826"/>
          <p:cNvSpPr/>
          <p:nvPr/>
        </p:nvSpPr>
        <p:spPr>
          <a:xfrm>
            <a:off x="7210705" y="246702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8" name="Oval 827"/>
          <p:cNvSpPr/>
          <p:nvPr/>
        </p:nvSpPr>
        <p:spPr>
          <a:xfrm>
            <a:off x="8474515" y="246702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9" name="Teardrop 3"/>
          <p:cNvSpPr/>
          <p:nvPr/>
        </p:nvSpPr>
        <p:spPr>
          <a:xfrm rot="5400000" flipH="1" flipV="1">
            <a:off x="4832079" y="261786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0" name="Teardrop 3"/>
          <p:cNvSpPr/>
          <p:nvPr/>
        </p:nvSpPr>
        <p:spPr>
          <a:xfrm rot="5400000" flipH="1" flipV="1">
            <a:off x="-111581" y="2729446"/>
            <a:ext cx="459486" cy="236325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1" name="Teardrop 3"/>
          <p:cNvSpPr/>
          <p:nvPr/>
        </p:nvSpPr>
        <p:spPr>
          <a:xfrm rot="5400000" flipH="1" flipV="1">
            <a:off x="1040649" y="261786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2" name="Teardrop 3"/>
          <p:cNvSpPr/>
          <p:nvPr/>
        </p:nvSpPr>
        <p:spPr>
          <a:xfrm rot="5400000" flipH="1" flipV="1">
            <a:off x="1672554" y="261786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3" name="Teardrop 3"/>
          <p:cNvSpPr/>
          <p:nvPr/>
        </p:nvSpPr>
        <p:spPr>
          <a:xfrm rot="5400000" flipH="1" flipV="1">
            <a:off x="2304459" y="261786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4" name="Teardrop 3"/>
          <p:cNvSpPr/>
          <p:nvPr/>
        </p:nvSpPr>
        <p:spPr>
          <a:xfrm rot="5400000" flipH="1" flipV="1">
            <a:off x="2936364" y="261786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5" name="Teardrop 3"/>
          <p:cNvSpPr/>
          <p:nvPr/>
        </p:nvSpPr>
        <p:spPr>
          <a:xfrm rot="5400000" flipH="1" flipV="1">
            <a:off x="3568269" y="261786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6" name="Teardrop 3"/>
          <p:cNvSpPr/>
          <p:nvPr/>
        </p:nvSpPr>
        <p:spPr>
          <a:xfrm rot="5400000" flipH="1" flipV="1">
            <a:off x="4200174" y="261786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7" name="Teardrop 3"/>
          <p:cNvSpPr/>
          <p:nvPr/>
        </p:nvSpPr>
        <p:spPr>
          <a:xfrm rot="5400000" flipH="1" flipV="1">
            <a:off x="6095889" y="261786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8" name="Teardrop 3"/>
          <p:cNvSpPr/>
          <p:nvPr/>
        </p:nvSpPr>
        <p:spPr>
          <a:xfrm rot="5400000" flipH="1" flipV="1">
            <a:off x="5463984" y="261786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9" name="Teardrop 3"/>
          <p:cNvSpPr/>
          <p:nvPr/>
        </p:nvSpPr>
        <p:spPr>
          <a:xfrm rot="5400000" flipH="1" flipV="1">
            <a:off x="7359699" y="261786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0" name="Teardrop 3"/>
          <p:cNvSpPr/>
          <p:nvPr/>
        </p:nvSpPr>
        <p:spPr>
          <a:xfrm rot="5400000" flipH="1" flipV="1">
            <a:off x="6727794" y="261786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1" name="Teardrop 3"/>
          <p:cNvSpPr/>
          <p:nvPr/>
        </p:nvSpPr>
        <p:spPr>
          <a:xfrm rot="5400000" flipH="1" flipV="1">
            <a:off x="8623508" y="261786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2" name="Teardrop 3"/>
          <p:cNvSpPr/>
          <p:nvPr/>
        </p:nvSpPr>
        <p:spPr>
          <a:xfrm rot="5400000" flipH="1" flipV="1">
            <a:off x="7991604" y="261786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3" name="Teardrop 3"/>
          <p:cNvSpPr/>
          <p:nvPr/>
        </p:nvSpPr>
        <p:spPr>
          <a:xfrm rot="5400000" flipH="1" flipV="1">
            <a:off x="408744" y="2617866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4" name="Oval 843"/>
          <p:cNvSpPr/>
          <p:nvPr/>
        </p:nvSpPr>
        <p:spPr>
          <a:xfrm>
            <a:off x="4998384" y="278448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5" name="Oval 844"/>
          <p:cNvSpPr/>
          <p:nvPr/>
        </p:nvSpPr>
        <p:spPr>
          <a:xfrm>
            <a:off x="575049" y="278448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6" name="Oval 845"/>
          <p:cNvSpPr/>
          <p:nvPr/>
        </p:nvSpPr>
        <p:spPr>
          <a:xfrm>
            <a:off x="1206954" y="278448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7" name="Oval 846"/>
          <p:cNvSpPr/>
          <p:nvPr/>
        </p:nvSpPr>
        <p:spPr>
          <a:xfrm>
            <a:off x="1838859" y="278448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8" name="Oval 847"/>
          <p:cNvSpPr/>
          <p:nvPr/>
        </p:nvSpPr>
        <p:spPr>
          <a:xfrm>
            <a:off x="2470764" y="278448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9" name="Oval 848"/>
          <p:cNvSpPr/>
          <p:nvPr/>
        </p:nvSpPr>
        <p:spPr>
          <a:xfrm>
            <a:off x="3102669" y="278448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0" name="Oval 849"/>
          <p:cNvSpPr/>
          <p:nvPr/>
        </p:nvSpPr>
        <p:spPr>
          <a:xfrm>
            <a:off x="3734574" y="278448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1" name="Oval 850"/>
          <p:cNvSpPr/>
          <p:nvPr/>
        </p:nvSpPr>
        <p:spPr>
          <a:xfrm>
            <a:off x="4366479" y="278448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2" name="Oval 851"/>
          <p:cNvSpPr/>
          <p:nvPr/>
        </p:nvSpPr>
        <p:spPr>
          <a:xfrm>
            <a:off x="6262194" y="278448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3" name="Oval 852"/>
          <p:cNvSpPr/>
          <p:nvPr/>
        </p:nvSpPr>
        <p:spPr>
          <a:xfrm>
            <a:off x="5630289" y="278448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4" name="Oval 853"/>
          <p:cNvSpPr/>
          <p:nvPr/>
        </p:nvSpPr>
        <p:spPr>
          <a:xfrm>
            <a:off x="7526004" y="278448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5" name="Oval 854"/>
          <p:cNvSpPr/>
          <p:nvPr/>
        </p:nvSpPr>
        <p:spPr>
          <a:xfrm>
            <a:off x="6894099" y="278448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6" name="Oval 855"/>
          <p:cNvSpPr/>
          <p:nvPr/>
        </p:nvSpPr>
        <p:spPr>
          <a:xfrm>
            <a:off x="8789813" y="278448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7" name="Oval 856"/>
          <p:cNvSpPr/>
          <p:nvPr/>
        </p:nvSpPr>
        <p:spPr>
          <a:xfrm>
            <a:off x="8157909" y="2784484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8" name="Teardrop 3"/>
          <p:cNvSpPr/>
          <p:nvPr/>
        </p:nvSpPr>
        <p:spPr>
          <a:xfrm rot="5400000" flipH="1" flipV="1">
            <a:off x="4515886" y="2935938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9" name="Teardrop 3"/>
          <p:cNvSpPr/>
          <p:nvPr/>
        </p:nvSpPr>
        <p:spPr>
          <a:xfrm rot="5400000" flipH="1" flipV="1">
            <a:off x="724457" y="2935938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0" name="Teardrop 3"/>
          <p:cNvSpPr/>
          <p:nvPr/>
        </p:nvSpPr>
        <p:spPr>
          <a:xfrm rot="5400000" flipH="1" flipV="1">
            <a:off x="1356362" y="2935938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1" name="Teardrop 3"/>
          <p:cNvSpPr/>
          <p:nvPr/>
        </p:nvSpPr>
        <p:spPr>
          <a:xfrm rot="5400000" flipH="1" flipV="1">
            <a:off x="1988267" y="2935938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2" name="Teardrop 3"/>
          <p:cNvSpPr/>
          <p:nvPr/>
        </p:nvSpPr>
        <p:spPr>
          <a:xfrm rot="5400000" flipH="1" flipV="1">
            <a:off x="2620172" y="2935938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3" name="Teardrop 3"/>
          <p:cNvSpPr/>
          <p:nvPr/>
        </p:nvSpPr>
        <p:spPr>
          <a:xfrm rot="5400000" flipH="1" flipV="1">
            <a:off x="3252077" y="2935938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4" name="Teardrop 3"/>
          <p:cNvSpPr/>
          <p:nvPr/>
        </p:nvSpPr>
        <p:spPr>
          <a:xfrm rot="5400000" flipH="1" flipV="1">
            <a:off x="3883982" y="2935938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5" name="Teardrop 3"/>
          <p:cNvSpPr/>
          <p:nvPr/>
        </p:nvSpPr>
        <p:spPr>
          <a:xfrm rot="5400000" flipH="1" flipV="1">
            <a:off x="5779697" y="2935938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6" name="Teardrop 3"/>
          <p:cNvSpPr/>
          <p:nvPr/>
        </p:nvSpPr>
        <p:spPr>
          <a:xfrm rot="5400000" flipH="1" flipV="1">
            <a:off x="5147792" y="2935938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7" name="Teardrop 3"/>
          <p:cNvSpPr/>
          <p:nvPr/>
        </p:nvSpPr>
        <p:spPr>
          <a:xfrm rot="5400000" flipH="1" flipV="1">
            <a:off x="7043507" y="2935938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8" name="Teardrop 3"/>
          <p:cNvSpPr/>
          <p:nvPr/>
        </p:nvSpPr>
        <p:spPr>
          <a:xfrm rot="5400000" flipH="1" flipV="1">
            <a:off x="6411602" y="2935938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9" name="Teardrop 3"/>
          <p:cNvSpPr/>
          <p:nvPr/>
        </p:nvSpPr>
        <p:spPr>
          <a:xfrm rot="5400000" flipH="1" flipV="1">
            <a:off x="8307316" y="2935938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0" name="Teardrop 3"/>
          <p:cNvSpPr/>
          <p:nvPr/>
        </p:nvSpPr>
        <p:spPr>
          <a:xfrm rot="5400000" flipH="1" flipV="1">
            <a:off x="7675412" y="2935938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1" name="Teardrop 3"/>
          <p:cNvSpPr/>
          <p:nvPr/>
        </p:nvSpPr>
        <p:spPr>
          <a:xfrm rot="5400000" flipH="1" flipV="1">
            <a:off x="92552" y="2935938"/>
            <a:ext cx="459486" cy="459486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2" name="Teardrop 3"/>
          <p:cNvSpPr/>
          <p:nvPr/>
        </p:nvSpPr>
        <p:spPr>
          <a:xfrm rot="5400000" flipH="1" flipV="1">
            <a:off x="8820002" y="3052452"/>
            <a:ext cx="446836" cy="201161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8" y="250112"/>
                  <a:pt x="155376" y="250112"/>
                </a:cubicBezTo>
                <a:cubicBezTo>
                  <a:pt x="174455" y="249746"/>
                  <a:pt x="198601" y="254980"/>
                  <a:pt x="211458" y="268141"/>
                </a:cubicBezTo>
                <a:cubicBezTo>
                  <a:pt x="215886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7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60" y="254779"/>
                  <a:pt x="246352" y="254786"/>
                </a:cubicBezTo>
                <a:cubicBezTo>
                  <a:pt x="246345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9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90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3" name="Oval 872"/>
          <p:cNvSpPr/>
          <p:nvPr/>
        </p:nvSpPr>
        <p:spPr>
          <a:xfrm>
            <a:off x="5314990" y="3101528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4" name="Oval 873"/>
          <p:cNvSpPr/>
          <p:nvPr/>
        </p:nvSpPr>
        <p:spPr>
          <a:xfrm>
            <a:off x="259750" y="3101528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5" name="Oval 874"/>
          <p:cNvSpPr/>
          <p:nvPr/>
        </p:nvSpPr>
        <p:spPr>
          <a:xfrm>
            <a:off x="891655" y="3101528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6" name="Oval 875"/>
          <p:cNvSpPr/>
          <p:nvPr/>
        </p:nvSpPr>
        <p:spPr>
          <a:xfrm>
            <a:off x="1523560" y="3101528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7" name="Oval 876"/>
          <p:cNvSpPr/>
          <p:nvPr/>
        </p:nvSpPr>
        <p:spPr>
          <a:xfrm>
            <a:off x="2155465" y="3101528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8" name="Oval 877"/>
          <p:cNvSpPr/>
          <p:nvPr/>
        </p:nvSpPr>
        <p:spPr>
          <a:xfrm>
            <a:off x="2787370" y="3101528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9" name="Oval 878"/>
          <p:cNvSpPr/>
          <p:nvPr/>
        </p:nvSpPr>
        <p:spPr>
          <a:xfrm>
            <a:off x="3419275" y="3101528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0" name="Oval 879"/>
          <p:cNvSpPr/>
          <p:nvPr/>
        </p:nvSpPr>
        <p:spPr>
          <a:xfrm>
            <a:off x="4051180" y="3101528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1" name="Oval 880"/>
          <p:cNvSpPr/>
          <p:nvPr/>
        </p:nvSpPr>
        <p:spPr>
          <a:xfrm>
            <a:off x="4683085" y="3101528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2" name="Oval 881"/>
          <p:cNvSpPr/>
          <p:nvPr/>
        </p:nvSpPr>
        <p:spPr>
          <a:xfrm>
            <a:off x="6578800" y="3101528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3" name="Oval 882"/>
          <p:cNvSpPr/>
          <p:nvPr/>
        </p:nvSpPr>
        <p:spPr>
          <a:xfrm>
            <a:off x="5946895" y="3101528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4" name="Oval 883"/>
          <p:cNvSpPr/>
          <p:nvPr/>
        </p:nvSpPr>
        <p:spPr>
          <a:xfrm>
            <a:off x="7842610" y="3101528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5" name="Oval 884"/>
          <p:cNvSpPr/>
          <p:nvPr/>
        </p:nvSpPr>
        <p:spPr>
          <a:xfrm>
            <a:off x="7210705" y="3101528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6" name="Oval 885"/>
          <p:cNvSpPr/>
          <p:nvPr/>
        </p:nvSpPr>
        <p:spPr>
          <a:xfrm>
            <a:off x="8474515" y="3101528"/>
            <a:ext cx="127313" cy="1273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7" name="Teardrop 3"/>
          <p:cNvSpPr/>
          <p:nvPr/>
        </p:nvSpPr>
        <p:spPr>
          <a:xfrm rot="5400000" flipH="1" flipV="1">
            <a:off x="4977107" y="3139272"/>
            <a:ext cx="174630" cy="404830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8" name="Teardrop 3"/>
          <p:cNvSpPr/>
          <p:nvPr/>
        </p:nvSpPr>
        <p:spPr>
          <a:xfrm rot="5400000" flipH="1" flipV="1">
            <a:off x="17179" y="3237193"/>
            <a:ext cx="174630" cy="208987"/>
          </a:xfrm>
          <a:custGeom>
            <a:avLst/>
            <a:gdLst/>
            <a:ahLst/>
            <a:cxnLst/>
            <a:rect l="l" t="t" r="r" b="b"/>
            <a:pathLst>
              <a:path w="232840" h="278649">
                <a:moveTo>
                  <a:pt x="232840" y="8776"/>
                </a:moveTo>
                <a:cubicBezTo>
                  <a:pt x="232449" y="34030"/>
                  <a:pt x="222519" y="59101"/>
                  <a:pt x="203250" y="78369"/>
                </a:cubicBezTo>
                <a:cubicBezTo>
                  <a:pt x="190082" y="91537"/>
                  <a:pt x="174206" y="100343"/>
                  <a:pt x="157326" y="104416"/>
                </a:cubicBezTo>
                <a:cubicBezTo>
                  <a:pt x="166417" y="119205"/>
                  <a:pt x="171406" y="136643"/>
                  <a:pt x="171406" y="155247"/>
                </a:cubicBezTo>
                <a:cubicBezTo>
                  <a:pt x="171406" y="182497"/>
                  <a:pt x="160701" y="207247"/>
                  <a:pt x="143120" y="225380"/>
                </a:cubicBezTo>
                <a:cubicBezTo>
                  <a:pt x="124986" y="242961"/>
                  <a:pt x="100237" y="253667"/>
                  <a:pt x="72986" y="253667"/>
                </a:cubicBezTo>
                <a:cubicBezTo>
                  <a:pt x="54383" y="253667"/>
                  <a:pt x="36945" y="248677"/>
                  <a:pt x="22156" y="239586"/>
                </a:cubicBezTo>
                <a:lnTo>
                  <a:pt x="0" y="278649"/>
                </a:lnTo>
                <a:lnTo>
                  <a:pt x="0" y="260595"/>
                </a:lnTo>
                <a:cubicBezTo>
                  <a:pt x="5973" y="252057"/>
                  <a:pt x="9654" y="242433"/>
                  <a:pt x="11467" y="232488"/>
                </a:cubicBezTo>
                <a:lnTo>
                  <a:pt x="0" y="218900"/>
                </a:lnTo>
                <a:lnTo>
                  <a:pt x="0" y="201603"/>
                </a:lnTo>
                <a:cubicBezTo>
                  <a:pt x="14950" y="226291"/>
                  <a:pt x="42305" y="241857"/>
                  <a:pt x="73296" y="241857"/>
                </a:cubicBezTo>
                <a:cubicBezTo>
                  <a:pt x="97207" y="241857"/>
                  <a:pt x="118953" y="232592"/>
                  <a:pt x="134965" y="217271"/>
                </a:cubicBezTo>
                <a:lnTo>
                  <a:pt x="0" y="82306"/>
                </a:lnTo>
                <a:lnTo>
                  <a:pt x="0" y="82216"/>
                </a:lnTo>
                <a:lnTo>
                  <a:pt x="135010" y="217225"/>
                </a:lnTo>
                <a:cubicBezTo>
                  <a:pt x="150331" y="201213"/>
                  <a:pt x="159597" y="179467"/>
                  <a:pt x="159597" y="155556"/>
                </a:cubicBezTo>
                <a:cubicBezTo>
                  <a:pt x="159597" y="105538"/>
                  <a:pt x="119048" y="64989"/>
                  <a:pt x="69030" y="64989"/>
                </a:cubicBezTo>
                <a:cubicBezTo>
                  <a:pt x="49952" y="65355"/>
                  <a:pt x="25806" y="60121"/>
                  <a:pt x="12948" y="46961"/>
                </a:cubicBezTo>
                <a:lnTo>
                  <a:pt x="0" y="66032"/>
                </a:lnTo>
                <a:lnTo>
                  <a:pt x="0" y="46474"/>
                </a:lnTo>
                <a:cubicBezTo>
                  <a:pt x="9193" y="32573"/>
                  <a:pt x="11853" y="16060"/>
                  <a:pt x="9334" y="0"/>
                </a:cubicBezTo>
                <a:lnTo>
                  <a:pt x="17529" y="0"/>
                </a:lnTo>
                <a:cubicBezTo>
                  <a:pt x="21671" y="11094"/>
                  <a:pt x="20740" y="22668"/>
                  <a:pt x="17673" y="33790"/>
                </a:cubicBezTo>
                <a:cubicBezTo>
                  <a:pt x="27631" y="50142"/>
                  <a:pt x="43609" y="53932"/>
                  <a:pt x="69593" y="53433"/>
                </a:cubicBezTo>
                <a:cubicBezTo>
                  <a:pt x="102600" y="53434"/>
                  <a:pt x="131938" y="69140"/>
                  <a:pt x="150227" y="93727"/>
                </a:cubicBezTo>
                <a:cubicBezTo>
                  <a:pt x="166735" y="90718"/>
                  <a:pt x="182357" y="82561"/>
                  <a:pt x="195118" y="69800"/>
                </a:cubicBezTo>
                <a:cubicBezTo>
                  <a:pt x="212026" y="52893"/>
                  <a:pt x="220851" y="30964"/>
                  <a:pt x="221339" y="8808"/>
                </a:cubicBezTo>
                <a:lnTo>
                  <a:pt x="136174" y="8808"/>
                </a:lnTo>
                <a:lnTo>
                  <a:pt x="136173" y="8744"/>
                </a:lnTo>
                <a:lnTo>
                  <a:pt x="221340" y="8744"/>
                </a:lnTo>
                <a:lnTo>
                  <a:pt x="219467" y="0"/>
                </a:lnTo>
                <a:lnTo>
                  <a:pt x="231012" y="0"/>
                </a:lnTo>
                <a:cubicBezTo>
                  <a:pt x="232616" y="2826"/>
                  <a:pt x="232794" y="5800"/>
                  <a:pt x="232840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9" name="Teardrop 3"/>
          <p:cNvSpPr/>
          <p:nvPr/>
        </p:nvSpPr>
        <p:spPr>
          <a:xfrm rot="5400000" flipH="1" flipV="1">
            <a:off x="1185676" y="3139271"/>
            <a:ext cx="174630" cy="404829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5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0" name="Teardrop 3"/>
          <p:cNvSpPr/>
          <p:nvPr/>
        </p:nvSpPr>
        <p:spPr>
          <a:xfrm rot="5400000" flipH="1" flipV="1">
            <a:off x="1817581" y="3139271"/>
            <a:ext cx="174630" cy="404829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1" name="Teardrop 3"/>
          <p:cNvSpPr/>
          <p:nvPr/>
        </p:nvSpPr>
        <p:spPr>
          <a:xfrm rot="5400000" flipH="1" flipV="1">
            <a:off x="2449486" y="3139271"/>
            <a:ext cx="174630" cy="404829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2" name="Teardrop 3"/>
          <p:cNvSpPr/>
          <p:nvPr/>
        </p:nvSpPr>
        <p:spPr>
          <a:xfrm rot="5400000" flipH="1" flipV="1">
            <a:off x="3081392" y="3139272"/>
            <a:ext cx="174630" cy="404830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3" name="Teardrop 3"/>
          <p:cNvSpPr/>
          <p:nvPr/>
        </p:nvSpPr>
        <p:spPr>
          <a:xfrm rot="5400000" flipH="1" flipV="1">
            <a:off x="3713297" y="3139272"/>
            <a:ext cx="174630" cy="404830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4" name="Teardrop 3"/>
          <p:cNvSpPr/>
          <p:nvPr/>
        </p:nvSpPr>
        <p:spPr>
          <a:xfrm rot="5400000" flipH="1" flipV="1">
            <a:off x="4345202" y="3139272"/>
            <a:ext cx="174630" cy="404830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5" name="Teardrop 3"/>
          <p:cNvSpPr/>
          <p:nvPr/>
        </p:nvSpPr>
        <p:spPr>
          <a:xfrm rot="5400000" flipH="1" flipV="1">
            <a:off x="6240916" y="3139271"/>
            <a:ext cx="174630" cy="404829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6" name="Teardrop 3"/>
          <p:cNvSpPr/>
          <p:nvPr/>
        </p:nvSpPr>
        <p:spPr>
          <a:xfrm rot="5400000" flipH="1" flipV="1">
            <a:off x="5609012" y="3139272"/>
            <a:ext cx="174630" cy="404830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7" name="Teardrop 3"/>
          <p:cNvSpPr/>
          <p:nvPr/>
        </p:nvSpPr>
        <p:spPr>
          <a:xfrm rot="5400000" flipH="1" flipV="1">
            <a:off x="7504726" y="3139271"/>
            <a:ext cx="174630" cy="404829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8" name="Teardrop 3"/>
          <p:cNvSpPr/>
          <p:nvPr/>
        </p:nvSpPr>
        <p:spPr>
          <a:xfrm rot="5400000" flipH="1" flipV="1">
            <a:off x="6872821" y="3139271"/>
            <a:ext cx="174630" cy="404829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7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9" name="Teardrop 3"/>
          <p:cNvSpPr/>
          <p:nvPr/>
        </p:nvSpPr>
        <p:spPr>
          <a:xfrm rot="5400000" flipH="1" flipV="1">
            <a:off x="8768535" y="3139271"/>
            <a:ext cx="174630" cy="404829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0" name="Teardrop 3"/>
          <p:cNvSpPr/>
          <p:nvPr/>
        </p:nvSpPr>
        <p:spPr>
          <a:xfrm rot="5400000" flipH="1" flipV="1">
            <a:off x="8136631" y="3139271"/>
            <a:ext cx="174630" cy="404829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1" name="Teardrop 3"/>
          <p:cNvSpPr/>
          <p:nvPr/>
        </p:nvSpPr>
        <p:spPr>
          <a:xfrm rot="5400000" flipH="1" flipV="1">
            <a:off x="550037" y="3139271"/>
            <a:ext cx="174630" cy="404829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8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2" name="Oval 1651"/>
          <p:cNvSpPr/>
          <p:nvPr/>
        </p:nvSpPr>
        <p:spPr>
          <a:xfrm>
            <a:off x="609465" y="3420989"/>
            <a:ext cx="8273246" cy="8012"/>
          </a:xfrm>
          <a:custGeom>
            <a:avLst/>
            <a:gdLst/>
            <a:ahLst/>
            <a:cxnLst/>
            <a:rect l="l" t="t" r="r" b="b"/>
            <a:pathLst>
              <a:path w="11030995" h="10682">
                <a:moveTo>
                  <a:pt x="10992007" y="0"/>
                </a:moveTo>
                <a:cubicBezTo>
                  <a:pt x="11006265" y="0"/>
                  <a:pt x="11019702" y="3516"/>
                  <a:pt x="11030995" y="10682"/>
                </a:cubicBezTo>
                <a:lnTo>
                  <a:pt x="10953019" y="10682"/>
                </a:lnTo>
                <a:cubicBezTo>
                  <a:pt x="10964312" y="3516"/>
                  <a:pt x="10977749" y="0"/>
                  <a:pt x="10992007" y="0"/>
                </a:cubicBezTo>
                <a:close/>
                <a:moveTo>
                  <a:pt x="10149468" y="0"/>
                </a:moveTo>
                <a:cubicBezTo>
                  <a:pt x="10163726" y="0"/>
                  <a:pt x="10177163" y="3516"/>
                  <a:pt x="10188456" y="10682"/>
                </a:cubicBezTo>
                <a:lnTo>
                  <a:pt x="10110480" y="10682"/>
                </a:lnTo>
                <a:cubicBezTo>
                  <a:pt x="10121773" y="3516"/>
                  <a:pt x="10135210" y="0"/>
                  <a:pt x="10149468" y="0"/>
                </a:cubicBezTo>
                <a:close/>
                <a:moveTo>
                  <a:pt x="9306928" y="0"/>
                </a:moveTo>
                <a:cubicBezTo>
                  <a:pt x="9321186" y="0"/>
                  <a:pt x="9334623" y="3516"/>
                  <a:pt x="9345916" y="10682"/>
                </a:cubicBezTo>
                <a:lnTo>
                  <a:pt x="9267940" y="10682"/>
                </a:lnTo>
                <a:cubicBezTo>
                  <a:pt x="9279233" y="3516"/>
                  <a:pt x="9292670" y="0"/>
                  <a:pt x="9306928" y="0"/>
                </a:cubicBezTo>
                <a:close/>
                <a:moveTo>
                  <a:pt x="8464388" y="0"/>
                </a:moveTo>
                <a:cubicBezTo>
                  <a:pt x="8478646" y="0"/>
                  <a:pt x="8492083" y="3516"/>
                  <a:pt x="8503376" y="10682"/>
                </a:cubicBezTo>
                <a:lnTo>
                  <a:pt x="8425400" y="10682"/>
                </a:lnTo>
                <a:cubicBezTo>
                  <a:pt x="8436693" y="3516"/>
                  <a:pt x="8450130" y="0"/>
                  <a:pt x="8464388" y="0"/>
                </a:cubicBezTo>
                <a:close/>
                <a:moveTo>
                  <a:pt x="7621848" y="0"/>
                </a:moveTo>
                <a:cubicBezTo>
                  <a:pt x="7636106" y="0"/>
                  <a:pt x="7649543" y="3516"/>
                  <a:pt x="7660836" y="10682"/>
                </a:cubicBezTo>
                <a:lnTo>
                  <a:pt x="7582860" y="10682"/>
                </a:lnTo>
                <a:cubicBezTo>
                  <a:pt x="7594153" y="3516"/>
                  <a:pt x="7607590" y="0"/>
                  <a:pt x="7621848" y="0"/>
                </a:cubicBezTo>
                <a:close/>
                <a:moveTo>
                  <a:pt x="6779308" y="0"/>
                </a:moveTo>
                <a:cubicBezTo>
                  <a:pt x="6793566" y="0"/>
                  <a:pt x="6807003" y="3516"/>
                  <a:pt x="6818296" y="10682"/>
                </a:cubicBezTo>
                <a:lnTo>
                  <a:pt x="6740320" y="10682"/>
                </a:lnTo>
                <a:cubicBezTo>
                  <a:pt x="6751613" y="3516"/>
                  <a:pt x="6765050" y="0"/>
                  <a:pt x="6779308" y="0"/>
                </a:cubicBezTo>
                <a:close/>
                <a:moveTo>
                  <a:pt x="5936768" y="0"/>
                </a:moveTo>
                <a:cubicBezTo>
                  <a:pt x="5951026" y="0"/>
                  <a:pt x="5964463" y="3516"/>
                  <a:pt x="5975757" y="10682"/>
                </a:cubicBezTo>
                <a:lnTo>
                  <a:pt x="5897780" y="10682"/>
                </a:lnTo>
                <a:cubicBezTo>
                  <a:pt x="5909073" y="3516"/>
                  <a:pt x="5922510" y="0"/>
                  <a:pt x="5936768" y="0"/>
                </a:cubicBezTo>
                <a:close/>
                <a:moveTo>
                  <a:pt x="5094228" y="0"/>
                </a:moveTo>
                <a:cubicBezTo>
                  <a:pt x="5108486" y="0"/>
                  <a:pt x="5121923" y="3516"/>
                  <a:pt x="5133217" y="10682"/>
                </a:cubicBezTo>
                <a:lnTo>
                  <a:pt x="5055240" y="10682"/>
                </a:lnTo>
                <a:cubicBezTo>
                  <a:pt x="5066533" y="3516"/>
                  <a:pt x="5079970" y="0"/>
                  <a:pt x="5094228" y="0"/>
                </a:cubicBezTo>
                <a:close/>
                <a:moveTo>
                  <a:pt x="4251688" y="0"/>
                </a:moveTo>
                <a:cubicBezTo>
                  <a:pt x="4265946" y="0"/>
                  <a:pt x="4279383" y="3516"/>
                  <a:pt x="4290676" y="10682"/>
                </a:cubicBezTo>
                <a:lnTo>
                  <a:pt x="4212700" y="10682"/>
                </a:lnTo>
                <a:cubicBezTo>
                  <a:pt x="4223993" y="3516"/>
                  <a:pt x="4237430" y="0"/>
                  <a:pt x="4251688" y="0"/>
                </a:cubicBezTo>
                <a:close/>
                <a:moveTo>
                  <a:pt x="3409148" y="0"/>
                </a:moveTo>
                <a:cubicBezTo>
                  <a:pt x="3423406" y="0"/>
                  <a:pt x="3436843" y="3516"/>
                  <a:pt x="3448136" y="10682"/>
                </a:cubicBezTo>
                <a:lnTo>
                  <a:pt x="3370160" y="10682"/>
                </a:lnTo>
                <a:cubicBezTo>
                  <a:pt x="3381453" y="3516"/>
                  <a:pt x="3394890" y="0"/>
                  <a:pt x="3409148" y="0"/>
                </a:cubicBezTo>
                <a:close/>
                <a:moveTo>
                  <a:pt x="2566608" y="0"/>
                </a:moveTo>
                <a:cubicBezTo>
                  <a:pt x="2580866" y="0"/>
                  <a:pt x="2594303" y="3516"/>
                  <a:pt x="2605596" y="10682"/>
                </a:cubicBezTo>
                <a:lnTo>
                  <a:pt x="2527620" y="10682"/>
                </a:lnTo>
                <a:cubicBezTo>
                  <a:pt x="2538913" y="3516"/>
                  <a:pt x="2552350" y="0"/>
                  <a:pt x="2566608" y="0"/>
                </a:cubicBezTo>
                <a:close/>
                <a:moveTo>
                  <a:pt x="1724068" y="0"/>
                </a:moveTo>
                <a:cubicBezTo>
                  <a:pt x="1738326" y="0"/>
                  <a:pt x="1751763" y="3516"/>
                  <a:pt x="1763056" y="10682"/>
                </a:cubicBezTo>
                <a:lnTo>
                  <a:pt x="1685080" y="10682"/>
                </a:lnTo>
                <a:cubicBezTo>
                  <a:pt x="1696373" y="3516"/>
                  <a:pt x="1709810" y="0"/>
                  <a:pt x="1724068" y="0"/>
                </a:cubicBezTo>
                <a:close/>
                <a:moveTo>
                  <a:pt x="881528" y="0"/>
                </a:moveTo>
                <a:cubicBezTo>
                  <a:pt x="895786" y="0"/>
                  <a:pt x="909223" y="3516"/>
                  <a:pt x="920516" y="10682"/>
                </a:cubicBezTo>
                <a:lnTo>
                  <a:pt x="842540" y="10682"/>
                </a:lnTo>
                <a:cubicBezTo>
                  <a:pt x="853833" y="3516"/>
                  <a:pt x="867270" y="0"/>
                  <a:pt x="881528" y="0"/>
                </a:cubicBezTo>
                <a:close/>
                <a:moveTo>
                  <a:pt x="38988" y="0"/>
                </a:moveTo>
                <a:cubicBezTo>
                  <a:pt x="53246" y="0"/>
                  <a:pt x="66683" y="3516"/>
                  <a:pt x="77976" y="10682"/>
                </a:cubicBezTo>
                <a:lnTo>
                  <a:pt x="0" y="10682"/>
                </a:lnTo>
                <a:cubicBezTo>
                  <a:pt x="11293" y="3516"/>
                  <a:pt x="24730" y="0"/>
                  <a:pt x="389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3" name="Oval 902"/>
          <p:cNvSpPr/>
          <p:nvPr/>
        </p:nvSpPr>
        <p:spPr>
          <a:xfrm>
            <a:off x="5340375" y="27439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4" name="Oval 903"/>
          <p:cNvSpPr/>
          <p:nvPr/>
        </p:nvSpPr>
        <p:spPr>
          <a:xfrm>
            <a:off x="283095" y="27439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5" name="Oval 904"/>
          <p:cNvSpPr/>
          <p:nvPr/>
        </p:nvSpPr>
        <p:spPr>
          <a:xfrm>
            <a:off x="915255" y="27439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6" name="Oval 905"/>
          <p:cNvSpPr/>
          <p:nvPr/>
        </p:nvSpPr>
        <p:spPr>
          <a:xfrm>
            <a:off x="1547415" y="27439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7" name="Oval 906"/>
          <p:cNvSpPr/>
          <p:nvPr/>
        </p:nvSpPr>
        <p:spPr>
          <a:xfrm>
            <a:off x="2179575" y="27439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8" name="Oval 907"/>
          <p:cNvSpPr/>
          <p:nvPr/>
        </p:nvSpPr>
        <p:spPr>
          <a:xfrm>
            <a:off x="2811735" y="27439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9" name="Oval 908"/>
          <p:cNvSpPr/>
          <p:nvPr/>
        </p:nvSpPr>
        <p:spPr>
          <a:xfrm>
            <a:off x="3443895" y="27439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0" name="Oval 909"/>
          <p:cNvSpPr/>
          <p:nvPr/>
        </p:nvSpPr>
        <p:spPr>
          <a:xfrm>
            <a:off x="4076055" y="27439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1" name="Oval 910"/>
          <p:cNvSpPr/>
          <p:nvPr/>
        </p:nvSpPr>
        <p:spPr>
          <a:xfrm>
            <a:off x="4708215" y="27439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2" name="Oval 911"/>
          <p:cNvSpPr/>
          <p:nvPr/>
        </p:nvSpPr>
        <p:spPr>
          <a:xfrm>
            <a:off x="6604695" y="27439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3" name="Oval 912"/>
          <p:cNvSpPr/>
          <p:nvPr/>
        </p:nvSpPr>
        <p:spPr>
          <a:xfrm>
            <a:off x="5972535" y="27439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4" name="Oval 913"/>
          <p:cNvSpPr/>
          <p:nvPr/>
        </p:nvSpPr>
        <p:spPr>
          <a:xfrm>
            <a:off x="7869015" y="27439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5" name="Oval 914"/>
          <p:cNvSpPr/>
          <p:nvPr/>
        </p:nvSpPr>
        <p:spPr>
          <a:xfrm>
            <a:off x="7236855" y="27439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6" name="Oval 915"/>
          <p:cNvSpPr/>
          <p:nvPr/>
        </p:nvSpPr>
        <p:spPr>
          <a:xfrm>
            <a:off x="8501175" y="27439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7" name="Oval 916"/>
          <p:cNvSpPr/>
          <p:nvPr/>
        </p:nvSpPr>
        <p:spPr>
          <a:xfrm>
            <a:off x="5340375" y="908517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8" name="Oval 917"/>
          <p:cNvSpPr/>
          <p:nvPr/>
        </p:nvSpPr>
        <p:spPr>
          <a:xfrm>
            <a:off x="283095" y="908517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9" name="Oval 918"/>
          <p:cNvSpPr/>
          <p:nvPr/>
        </p:nvSpPr>
        <p:spPr>
          <a:xfrm>
            <a:off x="915255" y="908517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0" name="Oval 919"/>
          <p:cNvSpPr/>
          <p:nvPr/>
        </p:nvSpPr>
        <p:spPr>
          <a:xfrm>
            <a:off x="1547415" y="908517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1" name="Oval 920"/>
          <p:cNvSpPr/>
          <p:nvPr/>
        </p:nvSpPr>
        <p:spPr>
          <a:xfrm>
            <a:off x="2179575" y="908517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2" name="Oval 921"/>
          <p:cNvSpPr/>
          <p:nvPr/>
        </p:nvSpPr>
        <p:spPr>
          <a:xfrm>
            <a:off x="2811735" y="908517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3" name="Oval 922"/>
          <p:cNvSpPr/>
          <p:nvPr/>
        </p:nvSpPr>
        <p:spPr>
          <a:xfrm>
            <a:off x="3443895" y="908517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4" name="Oval 923"/>
          <p:cNvSpPr/>
          <p:nvPr/>
        </p:nvSpPr>
        <p:spPr>
          <a:xfrm>
            <a:off x="4076055" y="908517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5" name="Oval 924"/>
          <p:cNvSpPr/>
          <p:nvPr/>
        </p:nvSpPr>
        <p:spPr>
          <a:xfrm>
            <a:off x="4708215" y="908517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6" name="Oval 925"/>
          <p:cNvSpPr/>
          <p:nvPr/>
        </p:nvSpPr>
        <p:spPr>
          <a:xfrm>
            <a:off x="6604695" y="908517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7" name="Oval 926"/>
          <p:cNvSpPr/>
          <p:nvPr/>
        </p:nvSpPr>
        <p:spPr>
          <a:xfrm>
            <a:off x="5972535" y="908517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8" name="Oval 927"/>
          <p:cNvSpPr/>
          <p:nvPr/>
        </p:nvSpPr>
        <p:spPr>
          <a:xfrm>
            <a:off x="7869015" y="908517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9" name="Oval 928"/>
          <p:cNvSpPr/>
          <p:nvPr/>
        </p:nvSpPr>
        <p:spPr>
          <a:xfrm>
            <a:off x="7236855" y="908517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0" name="Oval 929"/>
          <p:cNvSpPr/>
          <p:nvPr/>
        </p:nvSpPr>
        <p:spPr>
          <a:xfrm>
            <a:off x="8501175" y="908517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1" name="Oval 930"/>
          <p:cNvSpPr/>
          <p:nvPr/>
        </p:nvSpPr>
        <p:spPr>
          <a:xfrm>
            <a:off x="5340375" y="1540465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2" name="Oval 931"/>
          <p:cNvSpPr/>
          <p:nvPr/>
        </p:nvSpPr>
        <p:spPr>
          <a:xfrm>
            <a:off x="283095" y="1540465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3" name="Oval 932"/>
          <p:cNvSpPr/>
          <p:nvPr/>
        </p:nvSpPr>
        <p:spPr>
          <a:xfrm>
            <a:off x="915255" y="1540465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4" name="Oval 933"/>
          <p:cNvSpPr/>
          <p:nvPr/>
        </p:nvSpPr>
        <p:spPr>
          <a:xfrm>
            <a:off x="1547415" y="1540465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5" name="Oval 934"/>
          <p:cNvSpPr/>
          <p:nvPr/>
        </p:nvSpPr>
        <p:spPr>
          <a:xfrm>
            <a:off x="2179575" y="1540465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6" name="Oval 935"/>
          <p:cNvSpPr/>
          <p:nvPr/>
        </p:nvSpPr>
        <p:spPr>
          <a:xfrm>
            <a:off x="2811735" y="1540465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7" name="Oval 936"/>
          <p:cNvSpPr/>
          <p:nvPr/>
        </p:nvSpPr>
        <p:spPr>
          <a:xfrm>
            <a:off x="3443895" y="1540465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8" name="Oval 937"/>
          <p:cNvSpPr/>
          <p:nvPr/>
        </p:nvSpPr>
        <p:spPr>
          <a:xfrm>
            <a:off x="4076055" y="1540465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9" name="Oval 938"/>
          <p:cNvSpPr/>
          <p:nvPr/>
        </p:nvSpPr>
        <p:spPr>
          <a:xfrm>
            <a:off x="4708215" y="1540465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0" name="Oval 939"/>
          <p:cNvSpPr/>
          <p:nvPr/>
        </p:nvSpPr>
        <p:spPr>
          <a:xfrm>
            <a:off x="6604695" y="1540465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1" name="Oval 940"/>
          <p:cNvSpPr/>
          <p:nvPr/>
        </p:nvSpPr>
        <p:spPr>
          <a:xfrm>
            <a:off x="5972535" y="1540465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2" name="Oval 941"/>
          <p:cNvSpPr/>
          <p:nvPr/>
        </p:nvSpPr>
        <p:spPr>
          <a:xfrm>
            <a:off x="7869015" y="1540465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3" name="Oval 942"/>
          <p:cNvSpPr/>
          <p:nvPr/>
        </p:nvSpPr>
        <p:spPr>
          <a:xfrm>
            <a:off x="7236855" y="1540465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4" name="Oval 943"/>
          <p:cNvSpPr/>
          <p:nvPr/>
        </p:nvSpPr>
        <p:spPr>
          <a:xfrm>
            <a:off x="8501175" y="1540465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5" name="Oval 944"/>
          <p:cNvSpPr/>
          <p:nvPr/>
        </p:nvSpPr>
        <p:spPr>
          <a:xfrm>
            <a:off x="5340375" y="2176969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6" name="Oval 945"/>
          <p:cNvSpPr/>
          <p:nvPr/>
        </p:nvSpPr>
        <p:spPr>
          <a:xfrm>
            <a:off x="283095" y="2176969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7" name="Oval 946"/>
          <p:cNvSpPr/>
          <p:nvPr/>
        </p:nvSpPr>
        <p:spPr>
          <a:xfrm>
            <a:off x="915255" y="2176969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8" name="Oval 947"/>
          <p:cNvSpPr/>
          <p:nvPr/>
        </p:nvSpPr>
        <p:spPr>
          <a:xfrm>
            <a:off x="1547415" y="2176969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9" name="Oval 948"/>
          <p:cNvSpPr/>
          <p:nvPr/>
        </p:nvSpPr>
        <p:spPr>
          <a:xfrm>
            <a:off x="2179575" y="2176969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0" name="Oval 949"/>
          <p:cNvSpPr/>
          <p:nvPr/>
        </p:nvSpPr>
        <p:spPr>
          <a:xfrm>
            <a:off x="2811735" y="2176969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1" name="Oval 950"/>
          <p:cNvSpPr/>
          <p:nvPr/>
        </p:nvSpPr>
        <p:spPr>
          <a:xfrm>
            <a:off x="3443895" y="2176969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2" name="Oval 951"/>
          <p:cNvSpPr/>
          <p:nvPr/>
        </p:nvSpPr>
        <p:spPr>
          <a:xfrm>
            <a:off x="4076055" y="2176969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3" name="Oval 952"/>
          <p:cNvSpPr/>
          <p:nvPr/>
        </p:nvSpPr>
        <p:spPr>
          <a:xfrm>
            <a:off x="4708215" y="2176969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4" name="Oval 953"/>
          <p:cNvSpPr/>
          <p:nvPr/>
        </p:nvSpPr>
        <p:spPr>
          <a:xfrm>
            <a:off x="6604695" y="2176969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5" name="Oval 954"/>
          <p:cNvSpPr/>
          <p:nvPr/>
        </p:nvSpPr>
        <p:spPr>
          <a:xfrm>
            <a:off x="5972535" y="2176969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6" name="Oval 955"/>
          <p:cNvSpPr/>
          <p:nvPr/>
        </p:nvSpPr>
        <p:spPr>
          <a:xfrm>
            <a:off x="7869015" y="2176969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7" name="Oval 956"/>
          <p:cNvSpPr/>
          <p:nvPr/>
        </p:nvSpPr>
        <p:spPr>
          <a:xfrm>
            <a:off x="7236855" y="2176969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8" name="Oval 957"/>
          <p:cNvSpPr/>
          <p:nvPr/>
        </p:nvSpPr>
        <p:spPr>
          <a:xfrm>
            <a:off x="8501175" y="2176969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9" name="Oval 958"/>
          <p:cNvSpPr/>
          <p:nvPr/>
        </p:nvSpPr>
        <p:spPr>
          <a:xfrm>
            <a:off x="5340375" y="281010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0" name="Oval 959"/>
          <p:cNvSpPr/>
          <p:nvPr/>
        </p:nvSpPr>
        <p:spPr>
          <a:xfrm>
            <a:off x="283095" y="281010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1" name="Oval 960"/>
          <p:cNvSpPr/>
          <p:nvPr/>
        </p:nvSpPr>
        <p:spPr>
          <a:xfrm>
            <a:off x="915255" y="281010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2" name="Oval 961"/>
          <p:cNvSpPr/>
          <p:nvPr/>
        </p:nvSpPr>
        <p:spPr>
          <a:xfrm>
            <a:off x="1547415" y="281010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3" name="Oval 962"/>
          <p:cNvSpPr/>
          <p:nvPr/>
        </p:nvSpPr>
        <p:spPr>
          <a:xfrm>
            <a:off x="2179575" y="281010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4" name="Oval 963"/>
          <p:cNvSpPr/>
          <p:nvPr/>
        </p:nvSpPr>
        <p:spPr>
          <a:xfrm>
            <a:off x="2811735" y="281010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5" name="Oval 964"/>
          <p:cNvSpPr/>
          <p:nvPr/>
        </p:nvSpPr>
        <p:spPr>
          <a:xfrm>
            <a:off x="3443895" y="281010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6" name="Oval 965"/>
          <p:cNvSpPr/>
          <p:nvPr/>
        </p:nvSpPr>
        <p:spPr>
          <a:xfrm>
            <a:off x="4076055" y="281010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7" name="Oval 966"/>
          <p:cNvSpPr/>
          <p:nvPr/>
        </p:nvSpPr>
        <p:spPr>
          <a:xfrm>
            <a:off x="4708215" y="281010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8" name="Oval 967"/>
          <p:cNvSpPr/>
          <p:nvPr/>
        </p:nvSpPr>
        <p:spPr>
          <a:xfrm>
            <a:off x="6604695" y="281010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9" name="Oval 968"/>
          <p:cNvSpPr/>
          <p:nvPr/>
        </p:nvSpPr>
        <p:spPr>
          <a:xfrm>
            <a:off x="5972535" y="281010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0" name="Oval 969"/>
          <p:cNvSpPr/>
          <p:nvPr/>
        </p:nvSpPr>
        <p:spPr>
          <a:xfrm>
            <a:off x="7869015" y="281010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1" name="Oval 970"/>
          <p:cNvSpPr/>
          <p:nvPr/>
        </p:nvSpPr>
        <p:spPr>
          <a:xfrm>
            <a:off x="7236855" y="281010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2" name="Oval 971"/>
          <p:cNvSpPr/>
          <p:nvPr/>
        </p:nvSpPr>
        <p:spPr>
          <a:xfrm>
            <a:off x="8501175" y="2810103"/>
            <a:ext cx="75011" cy="75011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0103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b="0" spc="150" baseline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3720103"/>
            <a:ext cx="2400300" cy="1097280"/>
          </a:xfrm>
        </p:spPr>
        <p:txBody>
          <a:bodyPr lIns="91440" tIns="45720" rIns="91440" bIns="4572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034984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1714500"/>
            <a:ext cx="3566160" cy="3017520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1714500"/>
            <a:ext cx="3566160" cy="3017520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16414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634727"/>
            <a:ext cx="3566160" cy="61722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725" b="0" cap="none" baseline="0">
                <a:solidFill>
                  <a:schemeClr val="accent3"/>
                </a:solidFill>
                <a:latin typeface="+mn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225841"/>
            <a:ext cx="3566160" cy="2506179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1634727"/>
            <a:ext cx="3566160" cy="61722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725" b="0" kern="1200" cap="none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225841"/>
            <a:ext cx="3566160" cy="2506179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88174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26839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19057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353632"/>
            <a:ext cx="3291840" cy="130302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0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617220"/>
            <a:ext cx="4258818" cy="388848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1693129"/>
            <a:ext cx="3291840" cy="282172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450"/>
              </a:spcBef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39534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0104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3429000"/>
          </a:xfrm>
          <a:solidFill>
            <a:schemeClr val="accent3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3720104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240618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38678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71500"/>
            <a:ext cx="1971675" cy="4057650"/>
          </a:xfrm>
        </p:spPr>
        <p:txBody>
          <a:bodyPr vert="eaVert" lIns="45720" tIns="91440" rIns="45720" bIns="91440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0" y="571500"/>
            <a:ext cx="5686425" cy="4057650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44447"/>
            <a:ext cx="0" cy="6858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994017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1525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7" y="1714500"/>
            <a:ext cx="7290053" cy="301752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6" y="4853028"/>
            <a:ext cx="1615607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199" y="4853028"/>
            <a:ext cx="4426094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4853028"/>
            <a:ext cx="730250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8996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685800" rtl="0" eaLnBrk="1" latinLnBrk="0" hangingPunct="1">
        <a:lnSpc>
          <a:spcPct val="80000"/>
        </a:lnSpc>
        <a:spcBef>
          <a:spcPct val="0"/>
        </a:spcBef>
        <a:buNone/>
        <a:defRPr sz="3750" kern="1200" cap="all" spc="75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3"/>
        </a:buClr>
        <a:buSzPct val="100000"/>
        <a:buFont typeface="Tw Cen MT" panose="020B0602020104020603" pitchFamily="34" charset="0"/>
        <a:buChar char=" 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19888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3"/>
        </a:buClr>
        <a:buFont typeface="Wingdings 3" pitchFamily="18" charset="2"/>
        <a:buChar char="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3360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3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44577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3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58293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3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3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795528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3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912114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3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0218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3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331720"/>
            <a:ext cx="8412480" cy="36576"/>
          </a:xfrm>
          <a:prstGeom prst="rect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029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SisGPS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FD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Gestão de Projectos de Software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2487168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D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Instituto Politécnico da Universidade Kimpa Vita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FD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Licenciatura em Engenharia Informática  |  LP VIII — 4.º Ano | II.º Semestre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3832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[Nome do Estudante 1]    |    [Nome do Estudante 2]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Docente: Joaquim João Nsaku Ventura  |  Ano Lectivo 2025/2026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FD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Contextualização do Problema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D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Projecto 18 — Proposta Académica LP VIII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6616" y="1225296"/>
            <a:ext cx="8503920" cy="3566160"/>
          </a:xfrm>
          <a:prstGeom prst="roundRect">
            <a:avLst>
              <a:gd name="adj" fmla="val 1282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70432"/>
            <a:ext cx="8503920" cy="3566160"/>
          </a:xfrm>
          <a:prstGeom prst="roundRect">
            <a:avLst>
              <a:gd name="adj" fmla="val 1282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9844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2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1737360"/>
            <a:ext cx="8138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Equipas de software sem sistema centralizado perdem visibilidade sobre tarefas, sprints e prazos.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Processos manuais (folhas de cálculo, quadros físicos) aumentam o risco de incumprimento de entregas.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proposta académica (Projecto 18) solicita um sistema WinForms de gestão de projectos ágeis com BD relacional.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12724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3547872"/>
            <a:ext cx="8138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SisGPS: aplicação Windows Forms que centraliza projectos, sprints, tarefas e equipas.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Suporta metodologia ágil (Scrum): backlog, sprints, quadro Kanban e relatórios de velocidade.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perfis de acesso: Administrador (gestão completa) e Funcionário (tarefas próprias + Kanban).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0" y="47548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FD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Objectivo Geral e Objectivos Específicos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8503920" cy="868680"/>
          </a:xfrm>
          <a:prstGeom prst="roundRect">
            <a:avLst>
              <a:gd name="adj" fmla="val 6316"/>
            </a:avLst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0700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Desenvolver uma aplicação Windows Forms em C# que gira o ciclo de vida completo de projectos ágeis, com persistência em MySQL, visualização Kanban, relatórios analíticos e controlo de acessos.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12140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Objectivos Específicos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2487168"/>
            <a:ext cx="8503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Modelar o domínio com diagrama de classes UML completo (entidades, interfaces, enumerações, excepções).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POO: encapsulamento, interfaces genéricas IRepositorio&lt;T&gt; e IProgressavel, 4 excepções personalizadas.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Organizar o código em camadas distintas: Modelos, DAL, Serviços (BLL) e Forms (UI).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CRUD completo para todas as entidades via repositórios que implementam IRepositorio&lt;T&gt;.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Gerar relatórios analíticos com exportação para CSV e PDF; envio de notificações por e-mail.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0" y="47548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FD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Tecnologias e Ferramentas Utilizadas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" y="1243584"/>
            <a:ext cx="2029968" cy="1417320"/>
          </a:xfrm>
          <a:prstGeom prst="roundRect">
            <a:avLst>
              <a:gd name="adj" fmla="val 3226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2029968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88720"/>
            <a:ext cx="2029968" cy="274320"/>
          </a:xfrm>
          <a:prstGeom prst="rect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12252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/ .NET 10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536192"/>
            <a:ext cx="184708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Linguagem e runtime (net10.0-windows)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32304" y="1243584"/>
            <a:ext cx="2029968" cy="1417320"/>
          </a:xfrm>
          <a:prstGeom prst="roundRect">
            <a:avLst>
              <a:gd name="adj" fmla="val 3226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1188720"/>
            <a:ext cx="2029968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95728" y="1188720"/>
            <a:ext cx="2029968" cy="274320"/>
          </a:xfrm>
          <a:prstGeom prst="rect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12252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Forms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87168" y="1536192"/>
            <a:ext cx="184708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gráfica MDI (FrmPrincipal como contentor)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53712" y="1243584"/>
            <a:ext cx="2029968" cy="1417320"/>
          </a:xfrm>
          <a:prstGeom prst="roundRect">
            <a:avLst>
              <a:gd name="adj" fmla="val 3226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17136" y="1188720"/>
            <a:ext cx="2029968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17136" y="1188720"/>
            <a:ext cx="2029968" cy="274320"/>
          </a:xfrm>
          <a:prstGeom prst="rect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2252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/ MariaDB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08576" y="1536192"/>
            <a:ext cx="184708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SGBD relacional — base de dados gestao_projectos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75120" y="1243584"/>
            <a:ext cx="2029968" cy="1417320"/>
          </a:xfrm>
          <a:prstGeom prst="roundRect">
            <a:avLst>
              <a:gd name="adj" fmla="val 3226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38544" y="1188720"/>
            <a:ext cx="2029968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38544" y="1188720"/>
            <a:ext cx="2029968" cy="274320"/>
          </a:xfrm>
          <a:prstGeom prst="rect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93408" y="12252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MySqlConnector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29984" y="1536192"/>
            <a:ext cx="184708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ADO.NET moderno — MySqlConnection / MySqlCommand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10896" y="2770632"/>
            <a:ext cx="2029968" cy="1417320"/>
          </a:xfrm>
          <a:prstGeom prst="roundRect">
            <a:avLst>
              <a:gd name="adj" fmla="val 3226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715768"/>
            <a:ext cx="2029968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2715768"/>
            <a:ext cx="2029968" cy="274320"/>
          </a:xfrm>
          <a:prstGeom prst="rect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" y="275234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PdfSharpCore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3063240"/>
            <a:ext cx="184708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Exportação de relatórios para PDF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432304" y="2770632"/>
            <a:ext cx="2029968" cy="1417320"/>
          </a:xfrm>
          <a:prstGeom prst="roundRect">
            <a:avLst>
              <a:gd name="adj" fmla="val 3226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95728" y="2715768"/>
            <a:ext cx="2029968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95728" y="2715768"/>
            <a:ext cx="2029968" cy="274320"/>
          </a:xfrm>
          <a:prstGeom prst="rect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50592" y="275234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StarUML / draw.io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487168" y="3063240"/>
            <a:ext cx="184708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Modelação do diagrama de classes UML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53712" y="2770632"/>
            <a:ext cx="2029968" cy="1417320"/>
          </a:xfrm>
          <a:prstGeom prst="roundRect">
            <a:avLst>
              <a:gd name="adj" fmla="val 3226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17136" y="2715768"/>
            <a:ext cx="2029968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17136" y="2715768"/>
            <a:ext cx="2029968" cy="274320"/>
          </a:xfrm>
          <a:prstGeom prst="rect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0" y="275234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Studio 2022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608576" y="3063240"/>
            <a:ext cx="184708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 de desenvolvimento (Community Edition)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675120" y="2770632"/>
            <a:ext cx="2029968" cy="1417320"/>
          </a:xfrm>
          <a:prstGeom prst="roundRect">
            <a:avLst>
              <a:gd name="adj" fmla="val 3226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38544" y="2715768"/>
            <a:ext cx="2029968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38544" y="2715768"/>
            <a:ext cx="2029968" cy="274320"/>
          </a:xfrm>
          <a:prstGeom prst="rect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93408" y="275234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phpMyAdmin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729984" y="3063240"/>
            <a:ext cx="184708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Administração da base de dados MySQL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772400" y="47548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FD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e Fases de Desenvolvimento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18488" y="1645920"/>
            <a:ext cx="137160" cy="384048"/>
          </a:xfrm>
          <a:prstGeom prst="rightArrow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" y="1197864"/>
            <a:ext cx="1353312" cy="1389888"/>
          </a:xfrm>
          <a:prstGeom prst="roundRect">
            <a:avLst>
              <a:gd name="adj" fmla="val 3378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143000"/>
            <a:ext cx="1353312" cy="1389888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197864"/>
            <a:ext cx="402336" cy="402336"/>
          </a:xfrm>
          <a:prstGeom prst="ellipse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1978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0896" y="1655064"/>
            <a:ext cx="1243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0896" y="2002536"/>
            <a:ext cx="1243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funcionais e não funcionais; casos de uso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44952" y="1645920"/>
            <a:ext cx="137160" cy="384048"/>
          </a:xfrm>
          <a:prstGeom prst="rightArrow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19072" y="1197864"/>
            <a:ext cx="1353312" cy="1389888"/>
          </a:xfrm>
          <a:prstGeom prst="roundRect">
            <a:avLst>
              <a:gd name="adj" fmla="val 3378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82496" y="1143000"/>
            <a:ext cx="1353312" cy="1389888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57984" y="1197864"/>
            <a:ext cx="402336" cy="402336"/>
          </a:xfrm>
          <a:prstGeom prst="ellipse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57984" y="11978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1655064"/>
            <a:ext cx="1243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Modelação UML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37360" y="2002536"/>
            <a:ext cx="1243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classes; entidades, interfaces, enums, excepções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71416" y="1645920"/>
            <a:ext cx="137160" cy="384048"/>
          </a:xfrm>
          <a:prstGeom prst="rightArrow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45536" y="1197864"/>
            <a:ext cx="1353312" cy="1389888"/>
          </a:xfrm>
          <a:prstGeom prst="roundRect">
            <a:avLst>
              <a:gd name="adj" fmla="val 3378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08960" y="1143000"/>
            <a:ext cx="1353312" cy="1389888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84448" y="1197864"/>
            <a:ext cx="402336" cy="402336"/>
          </a:xfrm>
          <a:prstGeom prst="ellipse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84448" y="11978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163824" y="1655064"/>
            <a:ext cx="1243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63824" y="2002536"/>
            <a:ext cx="1243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Modelos, DAL, Serviços, Formulários, Utilitários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97880" y="1645920"/>
            <a:ext cx="137160" cy="384048"/>
          </a:xfrm>
          <a:prstGeom prst="rightArrow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1197864"/>
            <a:ext cx="1353312" cy="1389888"/>
          </a:xfrm>
          <a:prstGeom prst="roundRect">
            <a:avLst>
              <a:gd name="adj" fmla="val 3378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35424" y="1143000"/>
            <a:ext cx="1353312" cy="1389888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10912" y="1197864"/>
            <a:ext cx="402336" cy="402336"/>
          </a:xfrm>
          <a:prstGeom prst="ellipse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11978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90288" y="1655064"/>
            <a:ext cx="1243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BD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90288" y="2002536"/>
            <a:ext cx="1243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CRUD, stored procedures, views analíticas, migração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24344" y="1645920"/>
            <a:ext cx="137160" cy="384048"/>
          </a:xfrm>
          <a:prstGeom prst="rightArrow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98464" y="1197864"/>
            <a:ext cx="1353312" cy="1389888"/>
          </a:xfrm>
          <a:prstGeom prst="roundRect">
            <a:avLst>
              <a:gd name="adj" fmla="val 3378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61888" y="1143000"/>
            <a:ext cx="1353312" cy="1389888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37376" y="1197864"/>
            <a:ext cx="402336" cy="402336"/>
          </a:xfrm>
          <a:prstGeom prst="ellipse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37376" y="11978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016752" y="1655064"/>
            <a:ext cx="1243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016752" y="2002536"/>
            <a:ext cx="1243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funcionais manuais — 18 casos documentados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424928" y="1197864"/>
            <a:ext cx="1353312" cy="1389888"/>
          </a:xfrm>
          <a:prstGeom prst="roundRect">
            <a:avLst>
              <a:gd name="adj" fmla="val 3378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88352" y="1143000"/>
            <a:ext cx="1353312" cy="1389888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63840" y="1197864"/>
            <a:ext cx="402336" cy="402336"/>
          </a:xfrm>
          <a:prstGeom prst="ellipse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63840" y="11978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443216" y="1655064"/>
            <a:ext cx="1243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Documentação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443216" y="2002536"/>
            <a:ext cx="1243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técnico, manual de utilizador, apresentação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74320" y="45262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A4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Abordagem incremental — Visual Studio 2022  |  C# .NET 10  |  MariaDB 10.4  |  MySqlConnector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772400" y="47548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FD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do Sistema — Separação por Camadas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152144"/>
            <a:ext cx="8631936" cy="768096"/>
          </a:xfrm>
          <a:prstGeom prst="roundRect">
            <a:avLst>
              <a:gd name="adj" fmla="val 5952"/>
            </a:avLst>
          </a:prstGeom>
          <a:solidFill>
            <a:srgbClr val="2E7DD1">
              <a:alpha val="12000"/>
            </a:srgbClr>
          </a:solidFill>
          <a:ln w="19050">
            <a:solidFill>
              <a:srgbClr val="2E7DD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152144"/>
            <a:ext cx="1920240" cy="768096"/>
          </a:xfrm>
          <a:prstGeom prst="roundRect">
            <a:avLst>
              <a:gd name="adj" fmla="val 5952"/>
            </a:avLst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197864"/>
            <a:ext cx="18470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— Forms/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67712" y="1225296"/>
            <a:ext cx="65471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FrmLogin, FrmPrincipal (MDI), FrmProjectos, FrmTarefas, FrmKanban, FrmRelatorio, FrmSprints, FrmEquipa, FrmUtilizadores, FrmEmails, FrmHistorico…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2048256"/>
            <a:ext cx="8631936" cy="768096"/>
          </a:xfrm>
          <a:prstGeom prst="roundRect">
            <a:avLst>
              <a:gd name="adj" fmla="val 5952"/>
            </a:avLst>
          </a:prstGeom>
          <a:solidFill>
            <a:srgbClr val="1E8C4E">
              <a:alpha val="12000"/>
            </a:srgbClr>
          </a:solidFill>
          <a:ln w="19050">
            <a:solidFill>
              <a:srgbClr val="1E8C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2048256"/>
            <a:ext cx="1920240" cy="768096"/>
          </a:xfrm>
          <a:prstGeom prst="roundRect">
            <a:avLst>
              <a:gd name="adj" fmla="val 5952"/>
            </a:avLst>
          </a:prstGeom>
          <a:solidFill>
            <a:srgbClr val="1E8C4E"/>
          </a:solidFill>
          <a:ln w="12700">
            <a:solidFill>
              <a:srgbClr val="1E8C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2093976"/>
            <a:ext cx="18470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BLL — Servicos/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67712" y="2121408"/>
            <a:ext cx="65471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GestorProjectos (IProgressavel), ServicoAutenticacao, ServicoDashboard, ServicoRelatorio, ServicoExportacao, ServicoEmail, ValidadorNegocio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2944368"/>
            <a:ext cx="8631936" cy="768096"/>
          </a:xfrm>
          <a:prstGeom prst="roundRect">
            <a:avLst>
              <a:gd name="adj" fmla="val 5952"/>
            </a:avLst>
          </a:prstGeom>
          <a:solidFill>
            <a:srgbClr val="E8A020">
              <a:alpha val="12000"/>
            </a:srgbClr>
          </a:solidFill>
          <a:ln w="19050">
            <a:solidFill>
              <a:srgbClr val="E8A0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2944368"/>
            <a:ext cx="1920240" cy="768096"/>
          </a:xfrm>
          <a:prstGeom prst="roundRect">
            <a:avLst>
              <a:gd name="adj" fmla="val 5952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2990088"/>
            <a:ext cx="18470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 — Dall/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67712" y="3017520"/>
            <a:ext cx="65471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ConexaoBD, ProjectoRepository, SprintRepository, TarefaRepository, MembroRepository, EquipaRepository, UtilizadorRepository, EmailRepository, HistoricoRepository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" y="3840480"/>
            <a:ext cx="8631936" cy="768096"/>
          </a:xfrm>
          <a:prstGeom prst="roundRect">
            <a:avLst>
              <a:gd name="adj" fmla="val 5952"/>
            </a:avLst>
          </a:prstGeom>
          <a:solidFill>
            <a:srgbClr val="8E44AD">
              <a:alpha val="12000"/>
            </a:srgbClr>
          </a:solidFill>
          <a:ln w="19050">
            <a:solidFill>
              <a:srgbClr val="8E44A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3840480"/>
            <a:ext cx="1920240" cy="768096"/>
          </a:xfrm>
          <a:prstGeom prst="roundRect">
            <a:avLst>
              <a:gd name="adj" fmla="val 5952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3886200"/>
            <a:ext cx="18470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— Modelos/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267712" y="3913632"/>
            <a:ext cx="65471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Projecto, Sprint, Tarefa, Membro, Equipa, Utilizador, HistoricoTarefa, KanbanItem, EmailMensagem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6032" y="4663440"/>
            <a:ext cx="8631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A4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Dependências unidireccionais: UI → BLL → DAL → Modelos  |  BD: MySQL / MariaDB (gestao_projectos)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0" y="47548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FD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Modelação Orientada a Objectos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D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Conceitos POO aplicados no SisGPS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" y="1243584"/>
            <a:ext cx="4114800" cy="1005840"/>
          </a:xfrm>
          <a:prstGeom prst="roundRect">
            <a:avLst>
              <a:gd name="adj" fmla="val 4545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88720"/>
            <a:ext cx="41148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188720"/>
            <a:ext cx="128016" cy="1005840"/>
          </a:xfrm>
          <a:prstGeom prst="rect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2618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Encapsulamento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157276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os atributos das classes são privados; acesso via propriedades C# (get/set)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243584"/>
            <a:ext cx="4114800" cy="1005840"/>
          </a:xfrm>
          <a:prstGeom prst="roundRect">
            <a:avLst>
              <a:gd name="adj" fmla="val 4545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35424" y="1188720"/>
            <a:ext cx="41148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35424" y="1188720"/>
            <a:ext cx="128016" cy="1005840"/>
          </a:xfrm>
          <a:prstGeom prst="rect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12618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Genéricas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36592" y="157276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IRepositorio&lt;T&gt; (CRUD) e IProgressavel (CalcularProgresso / ObterResumo)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0896" y="2359152"/>
            <a:ext cx="4114800" cy="1005840"/>
          </a:xfrm>
          <a:prstGeom prst="roundRect">
            <a:avLst>
              <a:gd name="adj" fmla="val 4545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304288"/>
            <a:ext cx="41148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304288"/>
            <a:ext cx="128016" cy="1005840"/>
          </a:xfrm>
          <a:prstGeom prst="rect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3774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Enumerações Tipadas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" y="2688336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EstadoProjecto (5 valores), EstadoTarefa (4), PapelMembro (5), Prioridade (4), NivelAcesso (2)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2359152"/>
            <a:ext cx="4114800" cy="1005840"/>
          </a:xfrm>
          <a:prstGeom prst="roundRect">
            <a:avLst>
              <a:gd name="adj" fmla="val 4545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35424" y="2304288"/>
            <a:ext cx="41148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35424" y="2304288"/>
            <a:ext cx="128016" cy="1005840"/>
          </a:xfrm>
          <a:prstGeom prst="rect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23774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Excepções Personalizadas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36592" y="2688336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MembroNaoDisponivelException, ProjectoEncerradoException, SprintFechadoException, TarefaNaoAtribuidaException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10896" y="3474720"/>
            <a:ext cx="4114800" cy="1005840"/>
          </a:xfrm>
          <a:prstGeom prst="roundRect">
            <a:avLst>
              <a:gd name="adj" fmla="val 4545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419856"/>
            <a:ext cx="41148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419856"/>
            <a:ext cx="128016" cy="1005840"/>
          </a:xfrm>
          <a:prstGeom prst="rect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34930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Composição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5488" y="380390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agrega List&lt;Tarefa&gt;; Equipa agrega List&lt;Membro&gt; (ciclo de vida dependente)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3474720"/>
            <a:ext cx="4114800" cy="1005840"/>
          </a:xfrm>
          <a:prstGeom prst="roundRect">
            <a:avLst>
              <a:gd name="adj" fmla="val 4545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35424" y="3419856"/>
            <a:ext cx="41148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35424" y="3419856"/>
            <a:ext cx="128016" cy="1005840"/>
          </a:xfrm>
          <a:prstGeom prst="rect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34930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Colecções Genéricas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736592" y="380390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List&lt;Tarefa&gt;, List&lt;Membro&gt;, List&lt;Sprint&gt;, List&lt;KanbanItem&gt; utilizadas em toda a BLL e DAL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772400" y="47548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FD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Classes UML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D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estática do sistema — IRepositorio&lt;T&gt;, IProgressavel, enums, excepções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43000"/>
            <a:ext cx="8595360" cy="3246120"/>
          </a:xfrm>
          <a:prstGeom prst="roundRect">
            <a:avLst>
              <a:gd name="adj" fmla="val 2254"/>
            </a:avLst>
          </a:prstGeom>
          <a:solidFill>
            <a:srgbClr val="EDF2FA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1945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A4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INSERIR AQUI A IMAGEM DO DIAGRAMA UML 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" y="26974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Exportar de StarUML / draw.io em PNG de alta resolução e substituir este marcador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4407408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Entidades:</a:t>
            </a: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Projecto · Sprint · Tarefa · Membro · Equipa · Utilizador    </a:t>
            </a:r>
            <a:r>
              <a:rPr lang="en-US" sz="1100" b="1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Interfaces:</a:t>
            </a: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IRepositorio&lt;T&gt; · IProgressavel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Relações:</a:t>
            </a: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Sprint ─── Tarefa (composição 1..*) · Equipa ─── Membro (composição 1..*) · Projecto ── Equipa (N..1) · Tarefa ── Membro (N..1, opt.)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0" y="47548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FD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Dados — gestao_projectos (MySQL / MariaDB)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887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Tabelas Principais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4572000" cy="384048"/>
          </a:xfrm>
          <a:prstGeom prst="roundRect">
            <a:avLst>
              <a:gd name="adj" fmla="val 9524"/>
            </a:avLst>
          </a:prstGeom>
          <a:solidFill>
            <a:srgbClr val="EDF2FA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3677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91640" y="1636776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nome, estado, equipa_id, cliente_nome, orcamento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057400"/>
            <a:ext cx="45720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9397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91640" y="2093976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nome, encerrado, projecto_id, data_inicio, data_fim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4572000" cy="384048"/>
          </a:xfrm>
          <a:prstGeom prst="roundRect">
            <a:avLst>
              <a:gd name="adj" fmla="val 9524"/>
            </a:avLst>
          </a:prstGeom>
          <a:solidFill>
            <a:srgbClr val="EDF2FA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5117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91640" y="2551176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titulo, estado, prioridade, horas_est./reg., membro_id, sprint_id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45720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00837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membros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91640" y="3008376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nome, email, papel, equipa_id, disponivel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429000"/>
            <a:ext cx="4572000" cy="384048"/>
          </a:xfrm>
          <a:prstGeom prst="roundRect">
            <a:avLst>
              <a:gd name="adj" fmla="val 9524"/>
            </a:avLst>
          </a:prstGeom>
          <a:solidFill>
            <a:srgbClr val="EDF2FA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46557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equipas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91640" y="3465576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nome, descricao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886200"/>
            <a:ext cx="45720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92277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utilizadores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91640" y="3922776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username, password_hash, nivel_acesso, membro_id, activo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343400"/>
            <a:ext cx="4572000" cy="384048"/>
          </a:xfrm>
          <a:prstGeom prst="roundRect">
            <a:avLst>
              <a:gd name="adj" fmla="val 9524"/>
            </a:avLst>
          </a:prstGeom>
          <a:solidFill>
            <a:srgbClr val="EDF2FA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37997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historico_tarefas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91640" y="4379976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tarefa_id, estado_anterior, estado_novo, data_mudanca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74920" y="1188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Procedures &amp; Views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111496" y="1655064"/>
            <a:ext cx="3840480" cy="438912"/>
          </a:xfrm>
          <a:prstGeom prst="roundRect">
            <a:avLst>
              <a:gd name="adj" fmla="val 10417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74920" y="1600200"/>
            <a:ext cx="38404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163677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sp_alterar_estado_tarefa()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66360" y="183794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 estado e regista histórico automaticamente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11496" y="2157984"/>
            <a:ext cx="3840480" cy="438912"/>
          </a:xfrm>
          <a:prstGeom prst="roundRect">
            <a:avLst>
              <a:gd name="adj" fmla="val 10417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74920" y="2103120"/>
            <a:ext cx="38404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66360" y="213969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sp_encerrar_sprint()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66360" y="234086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pendências e encerra sprint; retorna N tarefas pendentes via OUT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111496" y="2660904"/>
            <a:ext cx="3840480" cy="438912"/>
          </a:xfrm>
          <a:prstGeom prst="roundRect">
            <a:avLst>
              <a:gd name="adj" fmla="val 10417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74920" y="2606040"/>
            <a:ext cx="38404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264261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vw_kanban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66360" y="284378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 tarefas com sprint/projecto/membro para o quadro Kanban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111496" y="3163824"/>
            <a:ext cx="3840480" cy="438912"/>
          </a:xfrm>
          <a:prstGeom prst="roundRect">
            <a:avLst>
              <a:gd name="adj" fmla="val 10417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74920" y="3108960"/>
            <a:ext cx="38404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66360" y="314553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vw_progresso_projecto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66360" y="334670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de conclusão por projecto (tarefas concluídas / total)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111496" y="3666744"/>
            <a:ext cx="3840480" cy="438912"/>
          </a:xfrm>
          <a:prstGeom prst="roundRect">
            <a:avLst>
              <a:gd name="adj" fmla="val 10417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74920" y="3611880"/>
            <a:ext cx="38404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66360" y="36484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vw_velocidade_sprint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166360" y="384962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estimadas das tarefas concluídas por sprint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111496" y="4169664"/>
            <a:ext cx="3840480" cy="438912"/>
          </a:xfrm>
          <a:prstGeom prst="roundRect">
            <a:avLst>
              <a:gd name="adj" fmla="val 10417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074920" y="4114800"/>
            <a:ext cx="38404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66360" y="415137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vw_horas_membro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166360" y="435254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horas estimadas / registadas por membro de equipa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772400" y="47548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FD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Principais do Sistema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" y="1225296"/>
            <a:ext cx="2743200" cy="960120"/>
          </a:xfrm>
          <a:prstGeom prst="roundRect">
            <a:avLst>
              <a:gd name="adj" fmla="val 4762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27432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2529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Autenticação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572768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SHA-256, 2 perfis, recuperação por pergunta segurança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63824" y="1225296"/>
            <a:ext cx="2743200" cy="960120"/>
          </a:xfrm>
          <a:prstGeom prst="roundRect">
            <a:avLst>
              <a:gd name="adj" fmla="val 4762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27248" y="1170432"/>
            <a:ext cx="27432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122529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Dashboard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18688" y="1572768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KPIs em tempo real; atalhos por perfil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16752" y="1225296"/>
            <a:ext cx="2743200" cy="960120"/>
          </a:xfrm>
          <a:prstGeom prst="roundRect">
            <a:avLst>
              <a:gd name="adj" fmla="val 4762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0176" y="1170432"/>
            <a:ext cx="27432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71616" y="122529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Projectos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71616" y="1572768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completo, filtro por estado, % progresso em tempo real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0896" y="2276856"/>
            <a:ext cx="2743200" cy="960120"/>
          </a:xfrm>
          <a:prstGeom prst="roundRect">
            <a:avLst>
              <a:gd name="adj" fmla="val 4762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221992"/>
            <a:ext cx="27432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27685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Equipas &amp; Membros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2624328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equipas; papéis: Developer, QA, PM, Designer, DevOps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63824" y="2276856"/>
            <a:ext cx="2743200" cy="960120"/>
          </a:xfrm>
          <a:prstGeom prst="roundRect">
            <a:avLst>
              <a:gd name="adj" fmla="val 4762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27248" y="2221992"/>
            <a:ext cx="27432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18688" y="227685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🏃 Sprints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18688" y="2624328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Criar/encerrar sprints; stored proc. devolve pendentes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16752" y="2276856"/>
            <a:ext cx="2743200" cy="960120"/>
          </a:xfrm>
          <a:prstGeom prst="roundRect">
            <a:avLst>
              <a:gd name="adj" fmla="val 4762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0176" y="2221992"/>
            <a:ext cx="27432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71616" y="227685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Tarefas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71616" y="2624328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CRUD, atribuição, horas, cores por prioridade, histórico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10896" y="3328416"/>
            <a:ext cx="2743200" cy="960120"/>
          </a:xfrm>
          <a:prstGeom prst="roundRect">
            <a:avLst>
              <a:gd name="adj" fmla="val 4762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273552"/>
            <a:ext cx="27432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32841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Kanban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" y="3675888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colunas; filtro por projecto/sprint; duplo clique para alterar estado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163824" y="3328416"/>
            <a:ext cx="2743200" cy="960120"/>
          </a:xfrm>
          <a:prstGeom prst="roundRect">
            <a:avLst>
              <a:gd name="adj" fmla="val 4762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27248" y="3273552"/>
            <a:ext cx="27432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18688" y="332841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Relatórios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218688" y="3675888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Progresso, velocidade, horas; exportação CSV + PDF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016752" y="3328416"/>
            <a:ext cx="2743200" cy="960120"/>
          </a:xfrm>
          <a:prstGeom prst="roundRect">
            <a:avLst>
              <a:gd name="adj" fmla="val 4762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80176" y="3273552"/>
            <a:ext cx="27432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71616" y="332841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✉️ E-mails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071616" y="3675888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Config. SMTP; envio manual + notificação automática ao atribuir tarefa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772400" y="47548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FD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Demonstração da Interface — Principais Telas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152144"/>
            <a:ext cx="4279392" cy="1828800"/>
          </a:xfrm>
          <a:prstGeom prst="roundRect">
            <a:avLst>
              <a:gd name="adj" fmla="val 3000"/>
            </a:avLst>
          </a:prstGeom>
          <a:solidFill>
            <a:srgbClr val="EDF2FA"/>
          </a:solidFill>
          <a:ln w="10160">
            <a:solidFill>
              <a:srgbClr val="2E7D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865376"/>
            <a:ext cx="4279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A4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INSERIR PRINT 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6032" y="2688336"/>
            <a:ext cx="4279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(FrmPrincipal)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08576" y="1152144"/>
            <a:ext cx="4279392" cy="1828800"/>
          </a:xfrm>
          <a:prstGeom prst="roundRect">
            <a:avLst>
              <a:gd name="adj" fmla="val 3000"/>
            </a:avLst>
          </a:prstGeom>
          <a:solidFill>
            <a:srgbClr val="EDF2FA"/>
          </a:solidFill>
          <a:ln w="10160">
            <a:solidFill>
              <a:srgbClr val="2E7D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08576" y="1865376"/>
            <a:ext cx="4279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A4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INSERIR PRINT 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08576" y="2688336"/>
            <a:ext cx="4279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Quadro Kanban (FrmKanban)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" y="3108960"/>
            <a:ext cx="4279392" cy="1828800"/>
          </a:xfrm>
          <a:prstGeom prst="roundRect">
            <a:avLst>
              <a:gd name="adj" fmla="val 3000"/>
            </a:avLst>
          </a:prstGeom>
          <a:solidFill>
            <a:srgbClr val="EDF2FA"/>
          </a:solidFill>
          <a:ln w="10160">
            <a:solidFill>
              <a:srgbClr val="2E7D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3822192"/>
            <a:ext cx="4279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A4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INSERIR PRINT 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" y="4645152"/>
            <a:ext cx="4279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Tarefas com Prioridade (FrmTarefas)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08576" y="3108960"/>
            <a:ext cx="4279392" cy="1828800"/>
          </a:xfrm>
          <a:prstGeom prst="roundRect">
            <a:avLst>
              <a:gd name="adj" fmla="val 3000"/>
            </a:avLst>
          </a:prstGeom>
          <a:solidFill>
            <a:srgbClr val="EDF2FA"/>
          </a:solidFill>
          <a:ln w="10160">
            <a:solidFill>
              <a:srgbClr val="2E7D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3822192"/>
            <a:ext cx="4279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A4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INSERIR PRINT 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08576" y="4645152"/>
            <a:ext cx="4279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Analíticos (FrmRelatorio)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0" y="47548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FD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e Validações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D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casos de teste funcionais executados manualmente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143000"/>
            <a:ext cx="2057400" cy="37947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E0E8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143000"/>
            <a:ext cx="2057400" cy="420624"/>
          </a:xfrm>
          <a:prstGeom prst="roundRect">
            <a:avLst>
              <a:gd name="adj" fmla="val 13043"/>
            </a:avLst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1179576"/>
            <a:ext cx="1911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Autenticação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" y="1664208"/>
            <a:ext cx="201168" cy="201168"/>
          </a:xfrm>
          <a:prstGeom prst="ellipse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1645920"/>
            <a:ext cx="1609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válido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3504" y="1865376"/>
            <a:ext cx="16093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4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[OK]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" y="2121408"/>
            <a:ext cx="201168" cy="201168"/>
          </a:xfrm>
          <a:prstGeom prst="ellipse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2103120"/>
            <a:ext cx="1609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inválido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3504" y="2322576"/>
            <a:ext cx="16093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4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[OK]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7472" y="2578608"/>
            <a:ext cx="201168" cy="201168"/>
          </a:xfrm>
          <a:prstGeom prst="ellipse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" y="2560320"/>
            <a:ext cx="1609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vazios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3504" y="2779776"/>
            <a:ext cx="16093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4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[OK]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" y="3035808"/>
            <a:ext cx="201168" cy="201168"/>
          </a:xfrm>
          <a:prstGeom prst="ellipse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" y="3017520"/>
            <a:ext cx="1609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Recuperar senha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" y="3236976"/>
            <a:ext cx="16093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4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[OK]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432304" y="1143000"/>
            <a:ext cx="2057400" cy="37947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E0E8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32304" y="1143000"/>
            <a:ext cx="2057400" cy="420624"/>
          </a:xfrm>
          <a:prstGeom prst="roundRect">
            <a:avLst>
              <a:gd name="adj" fmla="val 13043"/>
            </a:avLst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05456" y="1179576"/>
            <a:ext cx="1911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Projectos &amp; Sprints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23744" y="1664208"/>
            <a:ext cx="201168" cy="201168"/>
          </a:xfrm>
          <a:prstGeom prst="ellipse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79776" y="1645920"/>
            <a:ext cx="1609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Criar/editar projecto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79776" y="1865376"/>
            <a:ext cx="16093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4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[OK]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23744" y="2121408"/>
            <a:ext cx="201168" cy="201168"/>
          </a:xfrm>
          <a:prstGeom prst="ellipse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79776" y="2103120"/>
            <a:ext cx="1609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Encerrar projecto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79776" y="2322576"/>
            <a:ext cx="16093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4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[OK]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23744" y="2578608"/>
            <a:ext cx="201168" cy="201168"/>
          </a:xfrm>
          <a:prstGeom prst="ellipse">
            <a:avLst/>
          </a:prstGeom>
          <a:solidFill>
            <a:srgbClr val="1E8C4E"/>
          </a:solidFill>
          <a:ln w="12700">
            <a:solidFill>
              <a:srgbClr val="1E8C4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79776" y="2560320"/>
            <a:ext cx="1609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em proj. cancelado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79776" y="2779776"/>
            <a:ext cx="16093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E8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[EXCEPÇÃO OK]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23744" y="3035808"/>
            <a:ext cx="201168" cy="201168"/>
          </a:xfrm>
          <a:prstGeom prst="ellipse">
            <a:avLst/>
          </a:prstGeom>
          <a:solidFill>
            <a:srgbClr val="1E8C4E"/>
          </a:solidFill>
          <a:ln w="12700">
            <a:solidFill>
              <a:srgbClr val="1E8C4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79776" y="3017520"/>
            <a:ext cx="1609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Encerrar sprint repetido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79776" y="3236976"/>
            <a:ext cx="16093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E8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[EXCEPÇÃO OK]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08576" y="1143000"/>
            <a:ext cx="2057400" cy="37947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E0E8F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08576" y="1143000"/>
            <a:ext cx="2057400" cy="420624"/>
          </a:xfrm>
          <a:prstGeom prst="roundRect">
            <a:avLst>
              <a:gd name="adj" fmla="val 13043"/>
            </a:avLst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1728" y="1179576"/>
            <a:ext cx="1911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Tarefas &amp; Kanban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00016" y="1664208"/>
            <a:ext cx="201168" cy="201168"/>
          </a:xfrm>
          <a:prstGeom prst="ellipse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56048" y="1645920"/>
            <a:ext cx="1609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tarefa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56048" y="1865376"/>
            <a:ext cx="16093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4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[OK]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00016" y="2121408"/>
            <a:ext cx="201168" cy="201168"/>
          </a:xfrm>
          <a:prstGeom prst="ellipse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56048" y="2103120"/>
            <a:ext cx="1609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Atribuir a membro disponível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956048" y="2322576"/>
            <a:ext cx="16093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4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[OK]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00016" y="2578608"/>
            <a:ext cx="201168" cy="201168"/>
          </a:xfrm>
          <a:prstGeom prst="ellipse">
            <a:avLst/>
          </a:prstGeom>
          <a:solidFill>
            <a:srgbClr val="1E8C4E"/>
          </a:solidFill>
          <a:ln w="12700">
            <a:solidFill>
              <a:srgbClr val="1E8C4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56048" y="2560320"/>
            <a:ext cx="1609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Atribuir a indisponível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956048" y="2779776"/>
            <a:ext cx="16093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E8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[EXCEPÇÃO OK]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00016" y="3035808"/>
            <a:ext cx="201168" cy="201168"/>
          </a:xfrm>
          <a:prstGeom prst="ellipse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56048" y="3017520"/>
            <a:ext cx="1609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Registar horas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956048" y="3236976"/>
            <a:ext cx="16093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4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[OK]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00016" y="3493008"/>
            <a:ext cx="201168" cy="201168"/>
          </a:xfrm>
          <a:prstGeom prst="ellipse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56048" y="3474720"/>
            <a:ext cx="1609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Alterar estado + histórico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956048" y="3694176"/>
            <a:ext cx="16093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4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[OK]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784848" y="1143000"/>
            <a:ext cx="2057400" cy="37947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E0E8F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784848" y="1143000"/>
            <a:ext cx="2057400" cy="420624"/>
          </a:xfrm>
          <a:prstGeom prst="roundRect">
            <a:avLst>
              <a:gd name="adj" fmla="val 13043"/>
            </a:avLst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58000" y="1179576"/>
            <a:ext cx="1911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&amp; Export.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876288" y="1664208"/>
            <a:ext cx="201168" cy="201168"/>
          </a:xfrm>
          <a:prstGeom prst="ellipse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32320" y="1645920"/>
            <a:ext cx="1609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Gerar relatório progresso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132320" y="1865376"/>
            <a:ext cx="16093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4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[OK]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876288" y="2121408"/>
            <a:ext cx="201168" cy="201168"/>
          </a:xfrm>
          <a:prstGeom prst="ellipse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32320" y="2103120"/>
            <a:ext cx="1609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Gerar velocidade sprint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132320" y="2322576"/>
            <a:ext cx="16093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4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[OK]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876288" y="2578608"/>
            <a:ext cx="201168" cy="201168"/>
          </a:xfrm>
          <a:prstGeom prst="ellipse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32320" y="2560320"/>
            <a:ext cx="1609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Exportar CSV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132320" y="2779776"/>
            <a:ext cx="16093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4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[OK]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876288" y="3035808"/>
            <a:ext cx="201168" cy="201168"/>
          </a:xfrm>
          <a:prstGeom prst="ellipse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132320" y="3017520"/>
            <a:ext cx="1609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Exportar PDF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7132320" y="3236976"/>
            <a:ext cx="16093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4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[OK]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7772400" y="47548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FD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Dificuldades Encontradas e Soluções Adoptadas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1225296"/>
            <a:ext cx="8631936" cy="658368"/>
          </a:xfrm>
          <a:prstGeom prst="roundRect">
            <a:avLst>
              <a:gd name="adj" fmla="val 6944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170432"/>
            <a:ext cx="8631936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170432"/>
            <a:ext cx="164592" cy="658368"/>
          </a:xfrm>
          <a:prstGeom prst="roundRect">
            <a:avLst>
              <a:gd name="adj" fmla="val 22222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225296"/>
            <a:ext cx="8284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Problema: Driver MySqlConnector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" y="1499616"/>
            <a:ext cx="8284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Solução: MySql.Data incompatível com .NET 10 → migração para MySqlConnector; revisão de todas as importações e tratamento de parâmetros OUTPUT.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" y="1975104"/>
            <a:ext cx="8631936" cy="658368"/>
          </a:xfrm>
          <a:prstGeom prst="roundRect">
            <a:avLst>
              <a:gd name="adj" fmla="val 6944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1920240"/>
            <a:ext cx="8631936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1920240"/>
            <a:ext cx="164592" cy="658368"/>
          </a:xfrm>
          <a:prstGeom prst="roundRect">
            <a:avLst>
              <a:gd name="adj" fmla="val 22222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1975104"/>
            <a:ext cx="8284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Problema: Dashboard MDI dinâmico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" y="2249424"/>
            <a:ext cx="8284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Solução: Alternância entre painel e formulários filhos → gestão cuidada de eventos FormClosed e OnMdiChildActivate para sincronização do estado visual.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2608" y="2724912"/>
            <a:ext cx="8631936" cy="658368"/>
          </a:xfrm>
          <a:prstGeom prst="roundRect">
            <a:avLst>
              <a:gd name="adj" fmla="val 6944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2670048"/>
            <a:ext cx="8631936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2670048"/>
            <a:ext cx="164592" cy="658368"/>
          </a:xfrm>
          <a:prstGeom prst="roundRect">
            <a:avLst>
              <a:gd name="adj" fmla="val 22222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2724912"/>
            <a:ext cx="8284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Problema: Stored Procedures OUT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2064" y="2999232"/>
            <a:ext cx="8284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Solução: Parâmetro OUTPUT de sp_encerrar_sprint → MySqlParameter com ParameterDirection.Output e leitura após ExecuteNonQuery().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2608" y="3474720"/>
            <a:ext cx="8631936" cy="658368"/>
          </a:xfrm>
          <a:prstGeom prst="roundRect">
            <a:avLst>
              <a:gd name="adj" fmla="val 6944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3419856"/>
            <a:ext cx="8631936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3419856"/>
            <a:ext cx="164592" cy="658368"/>
          </a:xfrm>
          <a:prstGeom prst="roundRect">
            <a:avLst>
              <a:gd name="adj" fmla="val 22222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3474720"/>
            <a:ext cx="8284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Problema: Exportação PDF (PdfSharpCore)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2064" y="3749040"/>
            <a:ext cx="8284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Solução: API de baixo nível para tabelas/texto → iteração sobre DataTable para construção da grelha PDF; gestão de fontes e paginação.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92608" y="4224528"/>
            <a:ext cx="8631936" cy="658368"/>
          </a:xfrm>
          <a:prstGeom prst="roundRect">
            <a:avLst>
              <a:gd name="adj" fmla="val 6944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4169664"/>
            <a:ext cx="8631936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4169664"/>
            <a:ext cx="164592" cy="658368"/>
          </a:xfrm>
          <a:prstGeom prst="roundRect">
            <a:avLst>
              <a:gd name="adj" fmla="val 22222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" y="4224528"/>
            <a:ext cx="8284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Problema: Sistema de Permissões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2064" y="4498848"/>
            <a:ext cx="8284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Solução: Visibilidade de menus/botões por perfil → classe Sessao estática + método AplicarPermissoes() em cada formulário relevante.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0" y="47548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FD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Alcançados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" y="1225296"/>
            <a:ext cx="2779776" cy="1444752"/>
          </a:xfrm>
          <a:prstGeom prst="roundRect">
            <a:avLst>
              <a:gd name="adj" fmla="val 3165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2779776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61872" y="1261872"/>
            <a:ext cx="804672" cy="804672"/>
          </a:xfrm>
          <a:prstGeom prst="ellipse">
            <a:avLst/>
          </a:prstGeom>
          <a:solidFill>
            <a:srgbClr val="1A4A8C">
              <a:alpha val="88000"/>
            </a:srgbClr>
          </a:solidFill>
          <a:ln w="12700">
            <a:solidFill>
              <a:srgbClr val="1A4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1872" y="1261872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2103120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teste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documentados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18688" y="1225296"/>
            <a:ext cx="2779776" cy="1444752"/>
          </a:xfrm>
          <a:prstGeom prst="roundRect">
            <a:avLst>
              <a:gd name="adj" fmla="val 3165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82112" y="1170432"/>
            <a:ext cx="2779776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69664" y="1261872"/>
            <a:ext cx="804672" cy="804672"/>
          </a:xfrm>
          <a:prstGeom prst="ellipse">
            <a:avLst/>
          </a:prstGeom>
          <a:solidFill>
            <a:srgbClr val="1E8C4E">
              <a:alpha val="88000"/>
            </a:srgbClr>
          </a:solidFill>
          <a:ln w="12700">
            <a:solidFill>
              <a:srgbClr val="1E8C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9664" y="1261872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73552" y="2103120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de modelo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(entidades de domínio)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225296"/>
            <a:ext cx="2779776" cy="1444752"/>
          </a:xfrm>
          <a:prstGeom prst="roundRect">
            <a:avLst>
              <a:gd name="adj" fmla="val 3165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9904" y="1170432"/>
            <a:ext cx="2779776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77456" y="1261872"/>
            <a:ext cx="804672" cy="804672"/>
          </a:xfrm>
          <a:prstGeom prst="ellipse">
            <a:avLst/>
          </a:prstGeom>
          <a:solidFill>
            <a:srgbClr val="2E7DD1">
              <a:alpha val="88000"/>
            </a:srgbClr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77456" y="1261872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181344" y="2103120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Repositórios DAL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(impl. IRepositorio&lt;T&gt;)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0896" y="2825496"/>
            <a:ext cx="2779776" cy="1444752"/>
          </a:xfrm>
          <a:prstGeom prst="roundRect">
            <a:avLst>
              <a:gd name="adj" fmla="val 3165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770632"/>
            <a:ext cx="2779776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61872" y="2862072"/>
            <a:ext cx="804672" cy="804672"/>
          </a:xfrm>
          <a:prstGeom prst="ellipse">
            <a:avLst/>
          </a:prstGeom>
          <a:solidFill>
            <a:srgbClr val="E8A020">
              <a:alpha val="88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61872" y="2862072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65760" y="3703320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Excepções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personalizadas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18688" y="2825496"/>
            <a:ext cx="2779776" cy="1444752"/>
          </a:xfrm>
          <a:prstGeom prst="roundRect">
            <a:avLst>
              <a:gd name="adj" fmla="val 3165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82112" y="2770632"/>
            <a:ext cx="2779776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69664" y="2862072"/>
            <a:ext cx="804672" cy="804672"/>
          </a:xfrm>
          <a:prstGeom prst="ellipse">
            <a:avLst/>
          </a:prstGeom>
          <a:solidFill>
            <a:srgbClr val="8E44AD">
              <a:alpha val="88000"/>
            </a:srgbClr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69664" y="2862072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273552" y="3703320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Enumerações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tipadas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2825496"/>
            <a:ext cx="2779776" cy="1444752"/>
          </a:xfrm>
          <a:prstGeom prst="roundRect">
            <a:avLst>
              <a:gd name="adj" fmla="val 3165"/>
            </a:avLst>
          </a:prstGeom>
          <a:solidFill>
            <a:srgbClr val="C8D4E4">
              <a:alpha val="40000"/>
            </a:srgbClr>
          </a:solidFill>
          <a:ln w="12700">
            <a:solidFill>
              <a:srgbClr val="C8D4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89904" y="2770632"/>
            <a:ext cx="2779776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77456" y="2862072"/>
            <a:ext cx="804672" cy="804672"/>
          </a:xfrm>
          <a:prstGeom prst="ellipse">
            <a:avLst/>
          </a:prstGeom>
          <a:solidFill>
            <a:srgbClr val="0D2B55">
              <a:alpha val="88000"/>
            </a:srgbClr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77456" y="2862072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181344" y="3703320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Formulários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Forms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72400" y="47548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FD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 e Melhorias Futuras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1261872"/>
          </a:xfrm>
          <a:prstGeom prst="roundRect">
            <a:avLst>
              <a:gd name="adj" fmla="val 5797"/>
            </a:avLst>
          </a:prstGeom>
          <a:solidFill>
            <a:srgbClr val="1A4A8C">
              <a:alpha val="70000"/>
            </a:srgbClr>
          </a:solidFill>
          <a:ln w="10160">
            <a:solidFill>
              <a:srgbClr val="2E7D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42416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D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SisGPS cumpre os objectivos propostos: ciclo de vida completo de projectos ágeis, POO aplicado (encapsulamento, interfaces genéricas, enumerações, excepções personalizadas, composição), CRUD completo em MySQL com stored procedures e views, 18 testes documentados.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Melhorias Futuras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779776"/>
            <a:ext cx="2688336" cy="402336"/>
          </a:xfrm>
          <a:prstGeom prst="roundRect">
            <a:avLst>
              <a:gd name="adj" fmla="val 11364"/>
            </a:avLst>
          </a:prstGeom>
          <a:solidFill>
            <a:srgbClr val="1A4A8C">
              <a:alpha val="50000"/>
            </a:srgbClr>
          </a:solidFill>
          <a:ln w="6350">
            <a:solidFill>
              <a:srgbClr val="2E7D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34640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D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gráfico (LiveCharts)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72968" y="2779776"/>
            <a:ext cx="2688336" cy="402336"/>
          </a:xfrm>
          <a:prstGeom prst="roundRect">
            <a:avLst>
              <a:gd name="adj" fmla="val 11364"/>
            </a:avLst>
          </a:prstGeom>
          <a:solidFill>
            <a:srgbClr val="1A4A8C">
              <a:alpha val="50000"/>
            </a:srgbClr>
          </a:solidFill>
          <a:ln w="6350">
            <a:solidFill>
              <a:srgbClr val="2E7D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2834640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D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Exportação para Excel (.xlsx)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0176" y="2779776"/>
            <a:ext cx="2688336" cy="402336"/>
          </a:xfrm>
          <a:prstGeom prst="roundRect">
            <a:avLst>
              <a:gd name="adj" fmla="val 11364"/>
            </a:avLst>
          </a:prstGeom>
          <a:solidFill>
            <a:srgbClr val="1A4A8C">
              <a:alpha val="50000"/>
            </a:srgbClr>
          </a:solidFill>
          <a:ln w="6350">
            <a:solidFill>
              <a:srgbClr val="2E7D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71616" y="2834640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D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Autenticação 2FA por e-mail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255264"/>
            <a:ext cx="2688336" cy="402336"/>
          </a:xfrm>
          <a:prstGeom prst="roundRect">
            <a:avLst>
              <a:gd name="adj" fmla="val 11364"/>
            </a:avLst>
          </a:prstGeom>
          <a:solidFill>
            <a:srgbClr val="1A4A8C">
              <a:alpha val="50000"/>
            </a:srgbClr>
          </a:solidFill>
          <a:ln w="6350">
            <a:solidFill>
              <a:srgbClr val="2E7D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10128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D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de auditoria de operações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72968" y="3255264"/>
            <a:ext cx="2688336" cy="402336"/>
          </a:xfrm>
          <a:prstGeom prst="roundRect">
            <a:avLst>
              <a:gd name="adj" fmla="val 11364"/>
            </a:avLst>
          </a:prstGeom>
          <a:solidFill>
            <a:srgbClr val="1A4A8C">
              <a:alpha val="50000"/>
            </a:srgbClr>
          </a:solidFill>
          <a:ln w="6350">
            <a:solidFill>
              <a:srgbClr val="2E7D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64408" y="3310128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D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Migração para Entity Framework Core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0176" y="3255264"/>
            <a:ext cx="2688336" cy="402336"/>
          </a:xfrm>
          <a:prstGeom prst="roundRect">
            <a:avLst>
              <a:gd name="adj" fmla="val 11364"/>
            </a:avLst>
          </a:prstGeom>
          <a:solidFill>
            <a:srgbClr val="1A4A8C">
              <a:alpha val="50000"/>
            </a:srgbClr>
          </a:solidFill>
          <a:ln w="6350">
            <a:solidFill>
              <a:srgbClr val="2E7D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71616" y="3310128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D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Versão web com ASP.NET Core Blazor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 pela atenção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0" y="47548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FD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15</a:t>
            </a:r>
            <a:endParaRPr lang="en-US" sz="10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B4028482-F53A-4442-AB14-9B7A43F44F96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283</TotalTime>
  <Words>1544</Words>
  <Application>Microsoft Office PowerPoint</Application>
  <PresentationFormat>Apresentação na tela (16:9)</PresentationFormat>
  <Paragraphs>259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1" baseType="lpstr">
      <vt:lpstr>Arial</vt:lpstr>
      <vt:lpstr>Calibri</vt:lpstr>
      <vt:lpstr>Tw Cen MT</vt:lpstr>
      <vt:lpstr>Tw Cen MT Condensed</vt:lpstr>
      <vt:lpstr>Wingdings 3</vt:lpstr>
      <vt:lpstr>Integral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SisGPS — Sistema de Gestão de Projectos de Software</dc:title>
  <dc:subject>PptxGenJS Presentation</dc:subject>
  <dc:creator>SisGPS — Grupo de Trabalho LP VIII</dc:creator>
  <cp:lastModifiedBy>Afonso Manuel</cp:lastModifiedBy>
  <cp:revision>3</cp:revision>
  <dcterms:created xsi:type="dcterms:W3CDTF">2026-06-20T20:49:06Z</dcterms:created>
  <dcterms:modified xsi:type="dcterms:W3CDTF">2026-06-21T18:49:06Z</dcterms:modified>
</cp:coreProperties>
</file>